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91" r:id="rId2"/>
    <p:sldId id="256" r:id="rId3"/>
    <p:sldId id="264" r:id="rId4"/>
    <p:sldId id="263" r:id="rId5"/>
    <p:sldId id="265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9" r:id="rId14"/>
    <p:sldId id="281" r:id="rId15"/>
    <p:sldId id="289" r:id="rId16"/>
    <p:sldId id="280" r:id="rId17"/>
    <p:sldId id="284" r:id="rId18"/>
    <p:sldId id="287" r:id="rId19"/>
    <p:sldId id="285" r:id="rId20"/>
    <p:sldId id="286" r:id="rId21"/>
    <p:sldId id="25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1E1E"/>
    <a:srgbClr val="5B9BD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va Prasad" userId="81f823ac2294d885" providerId="LiveId" clId="{C9323406-DBEE-4253-8D89-BAA8E16E506F}"/>
    <pc:docChg chg="undo redo custSel addSld delSld modSld sldOrd">
      <pc:chgData name="Shiva Prasad" userId="81f823ac2294d885" providerId="LiveId" clId="{C9323406-DBEE-4253-8D89-BAA8E16E506F}" dt="2026-07-27T15:55:03.387" v="2170" actId="1076"/>
      <pc:docMkLst>
        <pc:docMk/>
      </pc:docMkLst>
      <pc:sldChg chg="addSp delSp modSp mod">
        <pc:chgData name="Shiva Prasad" userId="81f823ac2294d885" providerId="LiveId" clId="{C9323406-DBEE-4253-8D89-BAA8E16E506F}" dt="2026-07-25T14:17:05.257" v="2165" actId="2085"/>
        <pc:sldMkLst>
          <pc:docMk/>
          <pc:sldMk cId="2012739302" sldId="256"/>
        </pc:sldMkLst>
        <pc:spChg chg="add mod">
          <ac:chgData name="Shiva Prasad" userId="81f823ac2294d885" providerId="LiveId" clId="{C9323406-DBEE-4253-8D89-BAA8E16E506F}" dt="2026-07-25T14:12:46.899" v="2159" actId="14100"/>
          <ac:spMkLst>
            <pc:docMk/>
            <pc:sldMk cId="2012739302" sldId="256"/>
            <ac:spMk id="7" creationId="{A2242489-83A3-4139-391E-8825E46645A1}"/>
          </ac:spMkLst>
        </pc:spChg>
        <pc:spChg chg="mod">
          <ac:chgData name="Shiva Prasad" userId="81f823ac2294d885" providerId="LiveId" clId="{C9323406-DBEE-4253-8D89-BAA8E16E506F}" dt="2026-07-25T14:17:05.257" v="2165" actId="2085"/>
          <ac:spMkLst>
            <pc:docMk/>
            <pc:sldMk cId="2012739302" sldId="256"/>
            <ac:spMk id="21" creationId="{B0C2CB27-BA8D-0C3F-1632-EAB537BB19E4}"/>
          </ac:spMkLst>
        </pc:spChg>
        <pc:spChg chg="mod">
          <ac:chgData name="Shiva Prasad" userId="81f823ac2294d885" providerId="LiveId" clId="{C9323406-DBEE-4253-8D89-BAA8E16E506F}" dt="2026-07-22T08:22:41.185" v="414" actId="1076"/>
          <ac:spMkLst>
            <pc:docMk/>
            <pc:sldMk cId="2012739302" sldId="256"/>
            <ac:spMk id="25" creationId="{AFF083B2-57DB-914E-1230-CAE4D295D6A4}"/>
          </ac:spMkLst>
        </pc:spChg>
        <pc:spChg chg="mod">
          <ac:chgData name="Shiva Prasad" userId="81f823ac2294d885" providerId="LiveId" clId="{C9323406-DBEE-4253-8D89-BAA8E16E506F}" dt="2026-07-22T16:25:27.064" v="462" actId="1076"/>
          <ac:spMkLst>
            <pc:docMk/>
            <pc:sldMk cId="2012739302" sldId="256"/>
            <ac:spMk id="27" creationId="{96ABFA76-A110-6A9B-53D7-4E226ACE3DF2}"/>
          </ac:spMkLst>
        </pc:spChg>
        <pc:spChg chg="mod">
          <ac:chgData name="Shiva Prasad" userId="81f823ac2294d885" providerId="LiveId" clId="{C9323406-DBEE-4253-8D89-BAA8E16E506F}" dt="2026-07-22T19:18:44.736" v="1995" actId="1076"/>
          <ac:spMkLst>
            <pc:docMk/>
            <pc:sldMk cId="2012739302" sldId="256"/>
            <ac:spMk id="29" creationId="{50C06123-5683-6C3E-C770-64D3F8626491}"/>
          </ac:spMkLst>
        </pc:spChg>
        <pc:spChg chg="mod">
          <ac:chgData name="Shiva Prasad" userId="81f823ac2294d885" providerId="LiveId" clId="{C9323406-DBEE-4253-8D89-BAA8E16E506F}" dt="2026-07-25T14:12:57.217" v="2162" actId="13822"/>
          <ac:spMkLst>
            <pc:docMk/>
            <pc:sldMk cId="2012739302" sldId="256"/>
            <ac:spMk id="41" creationId="{FFE2126E-E42F-86B2-94F5-AB7B798EC8A2}"/>
          </ac:spMkLst>
        </pc:spChg>
        <pc:picChg chg="add mod">
          <ac:chgData name="Shiva Prasad" userId="81f823ac2294d885" providerId="LiveId" clId="{C9323406-DBEE-4253-8D89-BAA8E16E506F}" dt="2026-07-25T14:13:27.934" v="2164" actId="1582"/>
          <ac:picMkLst>
            <pc:docMk/>
            <pc:sldMk cId="2012739302" sldId="256"/>
            <ac:picMk id="5" creationId="{DF7BBBBD-D7A1-A3CF-5CAC-8B07F2B42504}"/>
          </ac:picMkLst>
        </pc:picChg>
      </pc:sldChg>
      <pc:sldChg chg="ord">
        <pc:chgData name="Shiva Prasad" userId="81f823ac2294d885" providerId="LiveId" clId="{C9323406-DBEE-4253-8D89-BAA8E16E506F}" dt="2026-07-21T19:20:08.318" v="203"/>
        <pc:sldMkLst>
          <pc:docMk/>
          <pc:sldMk cId="1097304506" sldId="259"/>
        </pc:sldMkLst>
      </pc:sldChg>
      <pc:sldChg chg="addSp delSp modSp mod modAnim">
        <pc:chgData name="Shiva Prasad" userId="81f823ac2294d885" providerId="LiveId" clId="{C9323406-DBEE-4253-8D89-BAA8E16E506F}" dt="2026-07-22T19:28:51.987" v="2113" actId="14100"/>
        <pc:sldMkLst>
          <pc:docMk/>
          <pc:sldMk cId="492748576" sldId="263"/>
        </pc:sldMkLst>
        <pc:spChg chg="add mod">
          <ac:chgData name="Shiva Prasad" userId="81f823ac2294d885" providerId="LiveId" clId="{C9323406-DBEE-4253-8D89-BAA8E16E506F}" dt="2026-07-22T16:46:32.300" v="725" actId="693"/>
          <ac:spMkLst>
            <pc:docMk/>
            <pc:sldMk cId="492748576" sldId="263"/>
            <ac:spMk id="13" creationId="{BB685427-5AEF-D551-C059-76F33C2C9707}"/>
          </ac:spMkLst>
        </pc:spChg>
        <pc:spChg chg="mod">
          <ac:chgData name="Shiva Prasad" userId="81f823ac2294d885" providerId="LiveId" clId="{C9323406-DBEE-4253-8D89-BAA8E16E506F}" dt="2026-07-22T19:28:51.987" v="2113" actId="14100"/>
          <ac:spMkLst>
            <pc:docMk/>
            <pc:sldMk cId="492748576" sldId="263"/>
            <ac:spMk id="21" creationId="{F330363E-F760-35D0-F776-32E1D25F0840}"/>
          </ac:spMkLst>
        </pc:spChg>
        <pc:spChg chg="mod">
          <ac:chgData name="Shiva Prasad" userId="81f823ac2294d885" providerId="LiveId" clId="{C9323406-DBEE-4253-8D89-BAA8E16E506F}" dt="2026-07-22T19:07:31.125" v="1821" actId="1076"/>
          <ac:spMkLst>
            <pc:docMk/>
            <pc:sldMk cId="492748576" sldId="263"/>
            <ac:spMk id="25" creationId="{F53D2377-110E-CC29-5EFB-EAB00AF5658B}"/>
          </ac:spMkLst>
        </pc:spChg>
        <pc:spChg chg="mod">
          <ac:chgData name="Shiva Prasad" userId="81f823ac2294d885" providerId="LiveId" clId="{C9323406-DBEE-4253-8D89-BAA8E16E506F}" dt="2026-07-22T16:44:50.537" v="708" actId="1076"/>
          <ac:spMkLst>
            <pc:docMk/>
            <pc:sldMk cId="492748576" sldId="263"/>
            <ac:spMk id="27" creationId="{393C8F1D-2A5B-702A-FD15-2EB517578EC9}"/>
          </ac:spMkLst>
        </pc:spChg>
        <pc:spChg chg="mod">
          <ac:chgData name="Shiva Prasad" userId="81f823ac2294d885" providerId="LiveId" clId="{C9323406-DBEE-4253-8D89-BAA8E16E506F}" dt="2026-07-22T16:44:48.214" v="707" actId="1076"/>
          <ac:spMkLst>
            <pc:docMk/>
            <pc:sldMk cId="492748576" sldId="263"/>
            <ac:spMk id="29" creationId="{22EA4684-ECEA-E8A5-04A6-6F001B49972E}"/>
          </ac:spMkLst>
        </pc:spChg>
        <pc:spChg chg="mod">
          <ac:chgData name="Shiva Prasad" userId="81f823ac2294d885" providerId="LiveId" clId="{C9323406-DBEE-4253-8D89-BAA8E16E506F}" dt="2026-07-22T17:36:08.460" v="851" actId="1076"/>
          <ac:spMkLst>
            <pc:docMk/>
            <pc:sldMk cId="492748576" sldId="263"/>
            <ac:spMk id="41" creationId="{7572D134-FD77-42CD-E339-240F6FAB8BE3}"/>
          </ac:spMkLst>
        </pc:spChg>
        <pc:picChg chg="mod">
          <ac:chgData name="Shiva Prasad" userId="81f823ac2294d885" providerId="LiveId" clId="{C9323406-DBEE-4253-8D89-BAA8E16E506F}" dt="2026-07-22T16:57:54.379" v="792" actId="14100"/>
          <ac:picMkLst>
            <pc:docMk/>
            <pc:sldMk cId="492748576" sldId="263"/>
            <ac:picMk id="7" creationId="{92BE4E21-E025-AE40-B87D-18395B74524B}"/>
          </ac:picMkLst>
        </pc:picChg>
        <pc:picChg chg="add del mod">
          <ac:chgData name="Shiva Prasad" userId="81f823ac2294d885" providerId="LiveId" clId="{C9323406-DBEE-4253-8D89-BAA8E16E506F}" dt="2026-07-22T19:07:37.361" v="1822" actId="1076"/>
          <ac:picMkLst>
            <pc:docMk/>
            <pc:sldMk cId="492748576" sldId="263"/>
            <ac:picMk id="12" creationId="{CCAD8C69-89DB-5897-94D6-0A22213C887B}"/>
          </ac:picMkLst>
        </pc:picChg>
      </pc:sldChg>
      <pc:sldChg chg="addSp modSp mod">
        <pc:chgData name="Shiva Prasad" userId="81f823ac2294d885" providerId="LiveId" clId="{C9323406-DBEE-4253-8D89-BAA8E16E506F}" dt="2026-07-22T19:08:00.663" v="1825" actId="113"/>
        <pc:sldMkLst>
          <pc:docMk/>
          <pc:sldMk cId="2665827193" sldId="264"/>
        </pc:sldMkLst>
        <pc:spChg chg="add mod">
          <ac:chgData name="Shiva Prasad" userId="81f823ac2294d885" providerId="LiveId" clId="{C9323406-DBEE-4253-8D89-BAA8E16E506F}" dt="2026-07-22T17:36:36.030" v="856" actId="1076"/>
          <ac:spMkLst>
            <pc:docMk/>
            <pc:sldMk cId="2665827193" sldId="264"/>
            <ac:spMk id="6" creationId="{4D9E1853-A922-97EA-29F2-A920C0B653FA}"/>
          </ac:spMkLst>
        </pc:spChg>
        <pc:spChg chg="mod">
          <ac:chgData name="Shiva Prasad" userId="81f823ac2294d885" providerId="LiveId" clId="{C9323406-DBEE-4253-8D89-BAA8E16E506F}" dt="2026-07-22T19:08:00.663" v="1825" actId="113"/>
          <ac:spMkLst>
            <pc:docMk/>
            <pc:sldMk cId="2665827193" sldId="264"/>
            <ac:spMk id="21" creationId="{EBA5DA70-77C1-43DD-AD1A-3EC25464D7D5}"/>
          </ac:spMkLst>
        </pc:spChg>
        <pc:spChg chg="mod">
          <ac:chgData name="Shiva Prasad" userId="81f823ac2294d885" providerId="LiveId" clId="{C9323406-DBEE-4253-8D89-BAA8E16E506F}" dt="2026-07-22T16:27:29.453" v="484" actId="1076"/>
          <ac:spMkLst>
            <pc:docMk/>
            <pc:sldMk cId="2665827193" sldId="264"/>
            <ac:spMk id="25" creationId="{8B9A98CF-3294-FAC6-54D7-E325333D96FE}"/>
          </ac:spMkLst>
        </pc:spChg>
        <pc:spChg chg="mod">
          <ac:chgData name="Shiva Prasad" userId="81f823ac2294d885" providerId="LiveId" clId="{C9323406-DBEE-4253-8D89-BAA8E16E506F}" dt="2026-07-22T16:28:13.335" v="489" actId="1076"/>
          <ac:spMkLst>
            <pc:docMk/>
            <pc:sldMk cId="2665827193" sldId="264"/>
            <ac:spMk id="27" creationId="{823173BC-0CF0-AE17-CFC2-94833F3D93E8}"/>
          </ac:spMkLst>
        </pc:spChg>
        <pc:spChg chg="mod">
          <ac:chgData name="Shiva Prasad" userId="81f823ac2294d885" providerId="LiveId" clId="{C9323406-DBEE-4253-8D89-BAA8E16E506F}" dt="2026-07-22T16:27:26.521" v="483" actId="1076"/>
          <ac:spMkLst>
            <pc:docMk/>
            <pc:sldMk cId="2665827193" sldId="264"/>
            <ac:spMk id="29" creationId="{ACEE65CD-1A8A-51A2-1C57-F74403922A14}"/>
          </ac:spMkLst>
        </pc:spChg>
        <pc:spChg chg="mod">
          <ac:chgData name="Shiva Prasad" userId="81f823ac2294d885" providerId="LiveId" clId="{C9323406-DBEE-4253-8D89-BAA8E16E506F}" dt="2026-07-22T08:24:09.697" v="424" actId="14100"/>
          <ac:spMkLst>
            <pc:docMk/>
            <pc:sldMk cId="2665827193" sldId="264"/>
            <ac:spMk id="41" creationId="{6969DB1B-A568-EFC8-4CFE-33998F3310D2}"/>
          </ac:spMkLst>
        </pc:spChg>
        <pc:picChg chg="mod">
          <ac:chgData name="Shiva Prasad" userId="81f823ac2294d885" providerId="LiveId" clId="{C9323406-DBEE-4253-8D89-BAA8E16E506F}" dt="2026-07-22T08:23:28.829" v="421" actId="1076"/>
          <ac:picMkLst>
            <pc:docMk/>
            <pc:sldMk cId="2665827193" sldId="264"/>
            <ac:picMk id="3" creationId="{AF36B621-DFBA-7236-E540-68F8FEEEF426}"/>
          </ac:picMkLst>
        </pc:picChg>
        <pc:picChg chg="add mod">
          <ac:chgData name="Shiva Prasad" userId="81f823ac2294d885" providerId="LiveId" clId="{C9323406-DBEE-4253-8D89-BAA8E16E506F}" dt="2026-07-22T17:36:59.307" v="862" actId="1076"/>
          <ac:picMkLst>
            <pc:docMk/>
            <pc:sldMk cId="2665827193" sldId="264"/>
            <ac:picMk id="4" creationId="{DE85C0B4-FCA0-2026-975E-A62E6820255E}"/>
          </ac:picMkLst>
        </pc:picChg>
      </pc:sldChg>
      <pc:sldChg chg="addSp modSp mod">
        <pc:chgData name="Shiva Prasad" userId="81f823ac2294d885" providerId="LiveId" clId="{C9323406-DBEE-4253-8D89-BAA8E16E506F}" dt="2026-07-22T19:29:02.695" v="2115" actId="2711"/>
        <pc:sldMkLst>
          <pc:docMk/>
          <pc:sldMk cId="1454660432" sldId="265"/>
        </pc:sldMkLst>
        <pc:spChg chg="add mod">
          <ac:chgData name="Shiva Prasad" userId="81f823ac2294d885" providerId="LiveId" clId="{C9323406-DBEE-4253-8D89-BAA8E16E506F}" dt="2026-07-22T17:01:35.652" v="812" actId="1076"/>
          <ac:spMkLst>
            <pc:docMk/>
            <pc:sldMk cId="1454660432" sldId="265"/>
            <ac:spMk id="7" creationId="{E7D2F5B3-067B-CCE5-BE8B-56F744132C75}"/>
          </ac:spMkLst>
        </pc:spChg>
        <pc:spChg chg="mod">
          <ac:chgData name="Shiva Prasad" userId="81f823ac2294d885" providerId="LiveId" clId="{C9323406-DBEE-4253-8D89-BAA8E16E506F}" dt="2026-07-22T19:29:02.695" v="2115" actId="2711"/>
          <ac:spMkLst>
            <pc:docMk/>
            <pc:sldMk cId="1454660432" sldId="265"/>
            <ac:spMk id="21" creationId="{C370AB73-06F4-7C08-0635-41BE4E4DC54E}"/>
          </ac:spMkLst>
        </pc:spChg>
        <pc:spChg chg="mod">
          <ac:chgData name="Shiva Prasad" userId="81f823ac2294d885" providerId="LiveId" clId="{C9323406-DBEE-4253-8D89-BAA8E16E506F}" dt="2026-07-22T16:36:34.286" v="598" actId="1076"/>
          <ac:spMkLst>
            <pc:docMk/>
            <pc:sldMk cId="1454660432" sldId="265"/>
            <ac:spMk id="25" creationId="{54295571-66FA-4B35-1409-ADDDC365677C}"/>
          </ac:spMkLst>
        </pc:spChg>
        <pc:spChg chg="mod">
          <ac:chgData name="Shiva Prasad" userId="81f823ac2294d885" providerId="LiveId" clId="{C9323406-DBEE-4253-8D89-BAA8E16E506F}" dt="2026-07-22T16:36:38.644" v="600" actId="1076"/>
          <ac:spMkLst>
            <pc:docMk/>
            <pc:sldMk cId="1454660432" sldId="265"/>
            <ac:spMk id="27" creationId="{A4CAFD50-6AFA-39BF-3D1E-BE032C005EF0}"/>
          </ac:spMkLst>
        </pc:spChg>
        <pc:spChg chg="mod">
          <ac:chgData name="Shiva Prasad" userId="81f823ac2294d885" providerId="LiveId" clId="{C9323406-DBEE-4253-8D89-BAA8E16E506F}" dt="2026-07-22T16:36:36.493" v="599" actId="1076"/>
          <ac:spMkLst>
            <pc:docMk/>
            <pc:sldMk cId="1454660432" sldId="265"/>
            <ac:spMk id="29" creationId="{84BDACBB-5BD9-F18D-11F6-8DDDDA3DF121}"/>
          </ac:spMkLst>
        </pc:spChg>
        <pc:spChg chg="mod">
          <ac:chgData name="Shiva Prasad" userId="81f823ac2294d885" providerId="LiveId" clId="{C9323406-DBEE-4253-8D89-BAA8E16E506F}" dt="2026-07-22T17:03:21.506" v="831" actId="14100"/>
          <ac:spMkLst>
            <pc:docMk/>
            <pc:sldMk cId="1454660432" sldId="265"/>
            <ac:spMk id="41" creationId="{C6087BE7-E0DE-F0AF-A058-3D2FAE58C16D}"/>
          </ac:spMkLst>
        </pc:spChg>
        <pc:picChg chg="mod">
          <ac:chgData name="Shiva Prasad" userId="81f823ac2294d885" providerId="LiveId" clId="{C9323406-DBEE-4253-8D89-BAA8E16E506F}" dt="2026-07-22T17:03:26.367" v="832" actId="1076"/>
          <ac:picMkLst>
            <pc:docMk/>
            <pc:sldMk cId="1454660432" sldId="265"/>
            <ac:picMk id="3" creationId="{F8C532DE-E0D1-DC51-BD1A-DE945B45767C}"/>
          </ac:picMkLst>
        </pc:picChg>
        <pc:picChg chg="add mod">
          <ac:chgData name="Shiva Prasad" userId="81f823ac2294d885" providerId="LiveId" clId="{C9323406-DBEE-4253-8D89-BAA8E16E506F}" dt="2026-07-22T17:03:37.731" v="834" actId="14100"/>
          <ac:picMkLst>
            <pc:docMk/>
            <pc:sldMk cId="1454660432" sldId="265"/>
            <ac:picMk id="4" creationId="{2460C989-739A-3E05-6DB9-5D13DF3825F7}"/>
          </ac:picMkLst>
        </pc:picChg>
        <pc:picChg chg="add mod">
          <ac:chgData name="Shiva Prasad" userId="81f823ac2294d885" providerId="LiveId" clId="{C9323406-DBEE-4253-8D89-BAA8E16E506F}" dt="2026-07-22T17:03:48.505" v="836" actId="14100"/>
          <ac:picMkLst>
            <pc:docMk/>
            <pc:sldMk cId="1454660432" sldId="265"/>
            <ac:picMk id="6" creationId="{7BB2A22A-FB5F-369A-06CA-C9D7193CDC99}"/>
          </ac:picMkLst>
        </pc:picChg>
      </pc:sldChg>
      <pc:sldChg chg="modSp mod">
        <pc:chgData name="Shiva Prasad" userId="81f823ac2294d885" providerId="LiveId" clId="{C9323406-DBEE-4253-8D89-BAA8E16E506F}" dt="2026-07-22T19:03:53.908" v="1781" actId="1076"/>
        <pc:sldMkLst>
          <pc:docMk/>
          <pc:sldMk cId="638660866" sldId="267"/>
        </pc:sldMkLst>
        <pc:spChg chg="mod">
          <ac:chgData name="Shiva Prasad" userId="81f823ac2294d885" providerId="LiveId" clId="{C9323406-DBEE-4253-8D89-BAA8E16E506F}" dt="2026-07-22T19:03:48.651" v="1779" actId="14100"/>
          <ac:spMkLst>
            <pc:docMk/>
            <pc:sldMk cId="638660866" sldId="267"/>
            <ac:spMk id="21" creationId="{7A13CB34-58BA-D4DA-6706-CFD35C4E1EB4}"/>
          </ac:spMkLst>
        </pc:spChg>
        <pc:spChg chg="mod">
          <ac:chgData name="Shiva Prasad" userId="81f823ac2294d885" providerId="LiveId" clId="{C9323406-DBEE-4253-8D89-BAA8E16E506F}" dt="2026-07-22T19:03:37.774" v="1775" actId="1076"/>
          <ac:spMkLst>
            <pc:docMk/>
            <pc:sldMk cId="638660866" sldId="267"/>
            <ac:spMk id="25" creationId="{565B1AAD-4D53-CB89-D3BB-BA924989F9C0}"/>
          </ac:spMkLst>
        </pc:spChg>
        <pc:spChg chg="mod">
          <ac:chgData name="Shiva Prasad" userId="81f823ac2294d885" providerId="LiveId" clId="{C9323406-DBEE-4253-8D89-BAA8E16E506F}" dt="2026-07-22T19:03:51.932" v="1780" actId="1076"/>
          <ac:spMkLst>
            <pc:docMk/>
            <pc:sldMk cId="638660866" sldId="267"/>
            <ac:spMk id="27" creationId="{E021E875-BBB2-391C-9560-DA8B3855C8DF}"/>
          </ac:spMkLst>
        </pc:spChg>
        <pc:spChg chg="mod">
          <ac:chgData name="Shiva Prasad" userId="81f823ac2294d885" providerId="LiveId" clId="{C9323406-DBEE-4253-8D89-BAA8E16E506F}" dt="2026-07-22T19:03:53.908" v="1781" actId="1076"/>
          <ac:spMkLst>
            <pc:docMk/>
            <pc:sldMk cId="638660866" sldId="267"/>
            <ac:spMk id="29" creationId="{6A8EEF78-BF16-8C04-5D84-4C5ED209D421}"/>
          </ac:spMkLst>
        </pc:spChg>
      </pc:sldChg>
      <pc:sldChg chg="modSp mod">
        <pc:chgData name="Shiva Prasad" userId="81f823ac2294d885" providerId="LiveId" clId="{C9323406-DBEE-4253-8D89-BAA8E16E506F}" dt="2026-07-22T19:06:18.232" v="1810" actId="14100"/>
        <pc:sldMkLst>
          <pc:docMk/>
          <pc:sldMk cId="3265873842" sldId="268"/>
        </pc:sldMkLst>
        <pc:spChg chg="mod">
          <ac:chgData name="Shiva Prasad" userId="81f823ac2294d885" providerId="LiveId" clId="{C9323406-DBEE-4253-8D89-BAA8E16E506F}" dt="2026-07-22T19:06:18.232" v="1810" actId="14100"/>
          <ac:spMkLst>
            <pc:docMk/>
            <pc:sldMk cId="3265873842" sldId="268"/>
            <ac:spMk id="5" creationId="{03CA28B7-4A83-5503-53F6-EB3AE2EC95CC}"/>
          </ac:spMkLst>
        </pc:spChg>
        <pc:spChg chg="mod">
          <ac:chgData name="Shiva Prasad" userId="81f823ac2294d885" providerId="LiveId" clId="{C9323406-DBEE-4253-8D89-BAA8E16E506F}" dt="2026-07-22T19:05:48.398" v="1806" actId="693"/>
          <ac:spMkLst>
            <pc:docMk/>
            <pc:sldMk cId="3265873842" sldId="268"/>
            <ac:spMk id="10" creationId="{3FFA5625-8487-190B-B362-F11D1F23BD2D}"/>
          </ac:spMkLst>
        </pc:spChg>
        <pc:picChg chg="mod">
          <ac:chgData name="Shiva Prasad" userId="81f823ac2294d885" providerId="LiveId" clId="{C9323406-DBEE-4253-8D89-BAA8E16E506F}" dt="2026-07-22T19:05:19.049" v="1800" actId="1076"/>
          <ac:picMkLst>
            <pc:docMk/>
            <pc:sldMk cId="3265873842" sldId="268"/>
            <ac:picMk id="3" creationId="{85B47896-B7C1-10D8-59DE-EC0DE90D9855}"/>
          </ac:picMkLst>
        </pc:picChg>
        <pc:picChg chg="mod">
          <ac:chgData name="Shiva Prasad" userId="81f823ac2294d885" providerId="LiveId" clId="{C9323406-DBEE-4253-8D89-BAA8E16E506F}" dt="2026-07-22T19:05:33.253" v="1803" actId="1076"/>
          <ac:picMkLst>
            <pc:docMk/>
            <pc:sldMk cId="3265873842" sldId="268"/>
            <ac:picMk id="6" creationId="{B93C1D88-E52E-FC3E-9BDB-52D828316766}"/>
          </ac:picMkLst>
        </pc:picChg>
        <pc:picChg chg="mod">
          <ac:chgData name="Shiva Prasad" userId="81f823ac2294d885" providerId="LiveId" clId="{C9323406-DBEE-4253-8D89-BAA8E16E506F}" dt="2026-07-22T19:06:09.631" v="1809" actId="1076"/>
          <ac:picMkLst>
            <pc:docMk/>
            <pc:sldMk cId="3265873842" sldId="268"/>
            <ac:picMk id="7" creationId="{86CD058A-64C9-1542-2036-BC5ACDE0C684}"/>
          </ac:picMkLst>
        </pc:picChg>
        <pc:picChg chg="mod">
          <ac:chgData name="Shiva Prasad" userId="81f823ac2294d885" providerId="LiveId" clId="{C9323406-DBEE-4253-8D89-BAA8E16E506F}" dt="2026-07-22T19:05:36.160" v="1804" actId="1076"/>
          <ac:picMkLst>
            <pc:docMk/>
            <pc:sldMk cId="3265873842" sldId="268"/>
            <ac:picMk id="9" creationId="{2D4C1884-7E3C-9DC3-023D-AB5565240B2B}"/>
          </ac:picMkLst>
        </pc:picChg>
      </pc:sldChg>
      <pc:sldChg chg="addSp modSp mod">
        <pc:chgData name="Shiva Prasad" userId="81f823ac2294d885" providerId="LiveId" clId="{C9323406-DBEE-4253-8D89-BAA8E16E506F}" dt="2026-07-22T19:03:02.181" v="1770" actId="1076"/>
        <pc:sldMkLst>
          <pc:docMk/>
          <pc:sldMk cId="3421362843" sldId="269"/>
        </pc:sldMkLst>
        <pc:spChg chg="add mod">
          <ac:chgData name="Shiva Prasad" userId="81f823ac2294d885" providerId="LiveId" clId="{C9323406-DBEE-4253-8D89-BAA8E16E506F}" dt="2026-07-22T19:02:58.219" v="1769" actId="1076"/>
          <ac:spMkLst>
            <pc:docMk/>
            <pc:sldMk cId="3421362843" sldId="269"/>
            <ac:spMk id="7" creationId="{324C335B-9949-2195-62D3-C723578F3EBE}"/>
          </ac:spMkLst>
        </pc:spChg>
        <pc:spChg chg="mod">
          <ac:chgData name="Shiva Prasad" userId="81f823ac2294d885" providerId="LiveId" clId="{C9323406-DBEE-4253-8D89-BAA8E16E506F}" dt="2026-07-22T18:59:59.461" v="1729" actId="1076"/>
          <ac:spMkLst>
            <pc:docMk/>
            <pc:sldMk cId="3421362843" sldId="269"/>
            <ac:spMk id="21" creationId="{511E9560-CCB1-F06C-63D3-27723A42282B}"/>
          </ac:spMkLst>
        </pc:spChg>
        <pc:spChg chg="mod">
          <ac:chgData name="Shiva Prasad" userId="81f823ac2294d885" providerId="LiveId" clId="{C9323406-DBEE-4253-8D89-BAA8E16E506F}" dt="2026-07-22T19:02:31.387" v="1763" actId="1076"/>
          <ac:spMkLst>
            <pc:docMk/>
            <pc:sldMk cId="3421362843" sldId="269"/>
            <ac:spMk id="25" creationId="{8BD53365-4C86-EF8B-AE42-8994DFB80C3C}"/>
          </ac:spMkLst>
        </pc:spChg>
        <pc:spChg chg="mod">
          <ac:chgData name="Shiva Prasad" userId="81f823ac2294d885" providerId="LiveId" clId="{C9323406-DBEE-4253-8D89-BAA8E16E506F}" dt="2026-07-22T19:02:38.040" v="1765" actId="1076"/>
          <ac:spMkLst>
            <pc:docMk/>
            <pc:sldMk cId="3421362843" sldId="269"/>
            <ac:spMk id="27" creationId="{594E440B-4351-0D38-1624-25970DA0E62B}"/>
          </ac:spMkLst>
        </pc:spChg>
        <pc:spChg chg="mod">
          <ac:chgData name="Shiva Prasad" userId="81f823ac2294d885" providerId="LiveId" clId="{C9323406-DBEE-4253-8D89-BAA8E16E506F}" dt="2026-07-22T19:02:34.173" v="1764" actId="1076"/>
          <ac:spMkLst>
            <pc:docMk/>
            <pc:sldMk cId="3421362843" sldId="269"/>
            <ac:spMk id="29" creationId="{A25BE774-03EE-4C9F-C8F9-763E3BD1CEDD}"/>
          </ac:spMkLst>
        </pc:spChg>
        <pc:picChg chg="add mod">
          <ac:chgData name="Shiva Prasad" userId="81f823ac2294d885" providerId="LiveId" clId="{C9323406-DBEE-4253-8D89-BAA8E16E506F}" dt="2026-07-22T19:02:48.723" v="1767" actId="14100"/>
          <ac:picMkLst>
            <pc:docMk/>
            <pc:sldMk cId="3421362843" sldId="269"/>
            <ac:picMk id="3" creationId="{55A32789-4605-545B-B7B3-49F28A14312A}"/>
          </ac:picMkLst>
        </pc:picChg>
        <pc:picChg chg="add mod">
          <ac:chgData name="Shiva Prasad" userId="81f823ac2294d885" providerId="LiveId" clId="{C9323406-DBEE-4253-8D89-BAA8E16E506F}" dt="2026-07-22T19:03:02.181" v="1770" actId="1076"/>
          <ac:picMkLst>
            <pc:docMk/>
            <pc:sldMk cId="3421362843" sldId="269"/>
            <ac:picMk id="6" creationId="{7C286366-162F-E5D0-A22E-C8ABA591F4D2}"/>
          </ac:picMkLst>
        </pc:picChg>
      </pc:sldChg>
      <pc:sldChg chg="addSp modSp mod">
        <pc:chgData name="Shiva Prasad" userId="81f823ac2294d885" providerId="LiveId" clId="{C9323406-DBEE-4253-8D89-BAA8E16E506F}" dt="2026-07-22T18:58:18.079" v="1707" actId="1076"/>
        <pc:sldMkLst>
          <pc:docMk/>
          <pc:sldMk cId="2144690249" sldId="270"/>
        </pc:sldMkLst>
        <pc:spChg chg="add mod">
          <ac:chgData name="Shiva Prasad" userId="81f823ac2294d885" providerId="LiveId" clId="{C9323406-DBEE-4253-8D89-BAA8E16E506F}" dt="2026-07-22T18:58:15.334" v="1706" actId="1076"/>
          <ac:spMkLst>
            <pc:docMk/>
            <pc:sldMk cId="2144690249" sldId="270"/>
            <ac:spMk id="5" creationId="{AC037030-0B90-EEAD-9CBE-194BF7E5FDC4}"/>
          </ac:spMkLst>
        </pc:spChg>
        <pc:spChg chg="mod">
          <ac:chgData name="Shiva Prasad" userId="81f823ac2294d885" providerId="LiveId" clId="{C9323406-DBEE-4253-8D89-BAA8E16E506F}" dt="2026-07-22T18:55:19.866" v="1680" actId="14100"/>
          <ac:spMkLst>
            <pc:docMk/>
            <pc:sldMk cId="2144690249" sldId="270"/>
            <ac:spMk id="21" creationId="{CD4505FA-F343-66DA-0039-BB46444C18D1}"/>
          </ac:spMkLst>
        </pc:spChg>
        <pc:spChg chg="mod">
          <ac:chgData name="Shiva Prasad" userId="81f823ac2294d885" providerId="LiveId" clId="{C9323406-DBEE-4253-8D89-BAA8E16E506F}" dt="2026-07-22T18:55:07.616" v="1676" actId="1076"/>
          <ac:spMkLst>
            <pc:docMk/>
            <pc:sldMk cId="2144690249" sldId="270"/>
            <ac:spMk id="25" creationId="{0B68D5DB-F5E1-5BD1-0A40-96D09F0CEFE5}"/>
          </ac:spMkLst>
        </pc:spChg>
        <pc:spChg chg="mod">
          <ac:chgData name="Shiva Prasad" userId="81f823ac2294d885" providerId="LiveId" clId="{C9323406-DBEE-4253-8D89-BAA8E16E506F}" dt="2026-07-22T18:55:15.760" v="1679" actId="1076"/>
          <ac:spMkLst>
            <pc:docMk/>
            <pc:sldMk cId="2144690249" sldId="270"/>
            <ac:spMk id="27" creationId="{0EEE3204-720B-553A-36FB-777D0E739460}"/>
          </ac:spMkLst>
        </pc:spChg>
        <pc:spChg chg="mod">
          <ac:chgData name="Shiva Prasad" userId="81f823ac2294d885" providerId="LiveId" clId="{C9323406-DBEE-4253-8D89-BAA8E16E506F}" dt="2026-07-22T18:55:04.540" v="1675" actId="1076"/>
          <ac:spMkLst>
            <pc:docMk/>
            <pc:sldMk cId="2144690249" sldId="270"/>
            <ac:spMk id="29" creationId="{A8919574-3F72-9B47-C19B-3C298AA6720D}"/>
          </ac:spMkLst>
        </pc:spChg>
        <pc:picChg chg="add mod">
          <ac:chgData name="Shiva Prasad" userId="81f823ac2294d885" providerId="LiveId" clId="{C9323406-DBEE-4253-8D89-BAA8E16E506F}" dt="2026-07-22T18:58:18.079" v="1707" actId="1076"/>
          <ac:picMkLst>
            <pc:docMk/>
            <pc:sldMk cId="2144690249" sldId="270"/>
            <ac:picMk id="4" creationId="{F643E794-6B9A-4E64-6498-EB91B06790C9}"/>
          </ac:picMkLst>
        </pc:picChg>
      </pc:sldChg>
      <pc:sldChg chg="addSp modSp mod">
        <pc:chgData name="Shiva Prasad" userId="81f823ac2294d885" providerId="LiveId" clId="{C9323406-DBEE-4253-8D89-BAA8E16E506F}" dt="2026-07-22T18:54:24.413" v="1668" actId="14100"/>
        <pc:sldMkLst>
          <pc:docMk/>
          <pc:sldMk cId="2930388485" sldId="271"/>
        </pc:sldMkLst>
        <pc:spChg chg="add mod">
          <ac:chgData name="Shiva Prasad" userId="81f823ac2294d885" providerId="LiveId" clId="{C9323406-DBEE-4253-8D89-BAA8E16E506F}" dt="2026-07-22T18:54:11.224" v="1664" actId="1076"/>
          <ac:spMkLst>
            <pc:docMk/>
            <pc:sldMk cId="2930388485" sldId="271"/>
            <ac:spMk id="9" creationId="{6D005DAF-2906-7025-C9FA-F7B8182A1CC0}"/>
          </ac:spMkLst>
        </pc:spChg>
        <pc:spChg chg="mod">
          <ac:chgData name="Shiva Prasad" userId="81f823ac2294d885" providerId="LiveId" clId="{C9323406-DBEE-4253-8D89-BAA8E16E506F}" dt="2026-07-22T18:48:36.905" v="1593" actId="14100"/>
          <ac:spMkLst>
            <pc:docMk/>
            <pc:sldMk cId="2930388485" sldId="271"/>
            <ac:spMk id="21" creationId="{455A51E1-754A-D055-C118-B63ACFB4DC32}"/>
          </ac:spMkLst>
        </pc:spChg>
        <pc:spChg chg="mod">
          <ac:chgData name="Shiva Prasad" userId="81f823ac2294d885" providerId="LiveId" clId="{C9323406-DBEE-4253-8D89-BAA8E16E506F}" dt="2026-07-22T18:50:31.801" v="1619" actId="1076"/>
          <ac:spMkLst>
            <pc:docMk/>
            <pc:sldMk cId="2930388485" sldId="271"/>
            <ac:spMk id="25" creationId="{269C41CC-3D22-FBDC-8E76-22A3812E3F04}"/>
          </ac:spMkLst>
        </pc:spChg>
        <pc:spChg chg="mod">
          <ac:chgData name="Shiva Prasad" userId="81f823ac2294d885" providerId="LiveId" clId="{C9323406-DBEE-4253-8D89-BAA8E16E506F}" dt="2026-07-22T18:50:39.736" v="1622" actId="1076"/>
          <ac:spMkLst>
            <pc:docMk/>
            <pc:sldMk cId="2930388485" sldId="271"/>
            <ac:spMk id="27" creationId="{A1BCA36F-F92B-41DC-90DE-1D2AD7A7FDCE}"/>
          </ac:spMkLst>
        </pc:spChg>
        <pc:spChg chg="mod">
          <ac:chgData name="Shiva Prasad" userId="81f823ac2294d885" providerId="LiveId" clId="{C9323406-DBEE-4253-8D89-BAA8E16E506F}" dt="2026-07-22T18:50:37.429" v="1621" actId="1076"/>
          <ac:spMkLst>
            <pc:docMk/>
            <pc:sldMk cId="2930388485" sldId="271"/>
            <ac:spMk id="29" creationId="{42E49997-DADF-8964-B9CB-AFA3C485B9CE}"/>
          </ac:spMkLst>
        </pc:spChg>
        <pc:spChg chg="mod">
          <ac:chgData name="Shiva Prasad" userId="81f823ac2294d885" providerId="LiveId" clId="{C9323406-DBEE-4253-8D89-BAA8E16E506F}" dt="2026-07-22T18:50:04.017" v="1613" actId="14100"/>
          <ac:spMkLst>
            <pc:docMk/>
            <pc:sldMk cId="2930388485" sldId="271"/>
            <ac:spMk id="41" creationId="{F8B1E7EE-63BF-0984-5101-B4EC82823047}"/>
          </ac:spMkLst>
        </pc:spChg>
        <pc:picChg chg="mod">
          <ac:chgData name="Shiva Prasad" userId="81f823ac2294d885" providerId="LiveId" clId="{C9323406-DBEE-4253-8D89-BAA8E16E506F}" dt="2026-07-22T18:50:10.135" v="1615" actId="14100"/>
          <ac:picMkLst>
            <pc:docMk/>
            <pc:sldMk cId="2930388485" sldId="271"/>
            <ac:picMk id="3" creationId="{064AA4DF-A206-6644-7BAB-F2DEDDDAF17D}"/>
          </ac:picMkLst>
        </pc:picChg>
        <pc:picChg chg="add mod">
          <ac:chgData name="Shiva Prasad" userId="81f823ac2294d885" providerId="LiveId" clId="{C9323406-DBEE-4253-8D89-BAA8E16E506F}" dt="2026-07-22T18:54:24.413" v="1668" actId="14100"/>
          <ac:picMkLst>
            <pc:docMk/>
            <pc:sldMk cId="2930388485" sldId="271"/>
            <ac:picMk id="4" creationId="{41C96A48-24B3-3AED-EA8D-D3669C8A9DCA}"/>
          </ac:picMkLst>
        </pc:picChg>
        <pc:picChg chg="add mod">
          <ac:chgData name="Shiva Prasad" userId="81f823ac2294d885" providerId="LiveId" clId="{C9323406-DBEE-4253-8D89-BAA8E16E506F}" dt="2026-07-22T18:54:20.759" v="1667" actId="14100"/>
          <ac:picMkLst>
            <pc:docMk/>
            <pc:sldMk cId="2930388485" sldId="271"/>
            <ac:picMk id="6" creationId="{31CFA75E-553E-6AD4-F959-9E581C3AD153}"/>
          </ac:picMkLst>
        </pc:picChg>
        <pc:picChg chg="add mod">
          <ac:chgData name="Shiva Prasad" userId="81f823ac2294d885" providerId="LiveId" clId="{C9323406-DBEE-4253-8D89-BAA8E16E506F}" dt="2026-07-22T18:54:17.697" v="1666" actId="14100"/>
          <ac:picMkLst>
            <pc:docMk/>
            <pc:sldMk cId="2930388485" sldId="271"/>
            <ac:picMk id="8" creationId="{D8E7B7DC-2077-9957-AD50-51B9DD023DE5}"/>
          </ac:picMkLst>
        </pc:picChg>
      </pc:sldChg>
      <pc:sldChg chg="addSp delSp modSp mod">
        <pc:chgData name="Shiva Prasad" userId="81f823ac2294d885" providerId="LiveId" clId="{C9323406-DBEE-4253-8D89-BAA8E16E506F}" dt="2026-07-22T18:48:03.360" v="1584" actId="1076"/>
        <pc:sldMkLst>
          <pc:docMk/>
          <pc:sldMk cId="1396539644" sldId="272"/>
        </pc:sldMkLst>
        <pc:spChg chg="add mod">
          <ac:chgData name="Shiva Prasad" userId="81f823ac2294d885" providerId="LiveId" clId="{C9323406-DBEE-4253-8D89-BAA8E16E506F}" dt="2026-07-22T18:48:03.360" v="1584" actId="1076"/>
          <ac:spMkLst>
            <pc:docMk/>
            <pc:sldMk cId="1396539644" sldId="272"/>
            <ac:spMk id="7" creationId="{28B50135-F04A-2A3D-A6C1-159F2A5D64C2}"/>
          </ac:spMkLst>
        </pc:spChg>
        <pc:spChg chg="mod">
          <ac:chgData name="Shiva Prasad" userId="81f823ac2294d885" providerId="LiveId" clId="{C9323406-DBEE-4253-8D89-BAA8E16E506F}" dt="2026-07-22T18:44:47.447" v="1542" actId="113"/>
          <ac:spMkLst>
            <pc:docMk/>
            <pc:sldMk cId="1396539644" sldId="272"/>
            <ac:spMk id="21" creationId="{4E417978-C465-4F02-1C8B-1F94BB609FB3}"/>
          </ac:spMkLst>
        </pc:spChg>
        <pc:spChg chg="mod">
          <ac:chgData name="Shiva Prasad" userId="81f823ac2294d885" providerId="LiveId" clId="{C9323406-DBEE-4253-8D89-BAA8E16E506F}" dt="2026-07-22T18:44:56.946" v="1545" actId="1076"/>
          <ac:spMkLst>
            <pc:docMk/>
            <pc:sldMk cId="1396539644" sldId="272"/>
            <ac:spMk id="25" creationId="{F1EDA3D3-22DF-74E1-F8C2-A7FC8A1763CD}"/>
          </ac:spMkLst>
        </pc:spChg>
        <pc:spChg chg="mod">
          <ac:chgData name="Shiva Prasad" userId="81f823ac2294d885" providerId="LiveId" clId="{C9323406-DBEE-4253-8D89-BAA8E16E506F}" dt="2026-07-22T18:44:50.973" v="1543" actId="1076"/>
          <ac:spMkLst>
            <pc:docMk/>
            <pc:sldMk cId="1396539644" sldId="272"/>
            <ac:spMk id="27" creationId="{F3F321FE-D0F7-1174-F9D4-F34DC896979C}"/>
          </ac:spMkLst>
        </pc:spChg>
        <pc:spChg chg="mod">
          <ac:chgData name="Shiva Prasad" userId="81f823ac2294d885" providerId="LiveId" clId="{C9323406-DBEE-4253-8D89-BAA8E16E506F}" dt="2026-07-22T18:44:54.841" v="1544" actId="1076"/>
          <ac:spMkLst>
            <pc:docMk/>
            <pc:sldMk cId="1396539644" sldId="272"/>
            <ac:spMk id="29" creationId="{F7B41510-7652-E48B-33EA-34527C78B8A7}"/>
          </ac:spMkLst>
        </pc:spChg>
        <pc:spChg chg="mod">
          <ac:chgData name="Shiva Prasad" userId="81f823ac2294d885" providerId="LiveId" clId="{C9323406-DBEE-4253-8D89-BAA8E16E506F}" dt="2026-07-22T18:45:05.292" v="1546" actId="1076"/>
          <ac:spMkLst>
            <pc:docMk/>
            <pc:sldMk cId="1396539644" sldId="272"/>
            <ac:spMk id="41" creationId="{CA34EC61-7A63-E54E-254A-BB9CC366F1FF}"/>
          </ac:spMkLst>
        </pc:spChg>
        <pc:picChg chg="add mod">
          <ac:chgData name="Shiva Prasad" userId="81f823ac2294d885" providerId="LiveId" clId="{C9323406-DBEE-4253-8D89-BAA8E16E506F}" dt="2026-07-22T18:46:36.889" v="1570" actId="1076"/>
          <ac:picMkLst>
            <pc:docMk/>
            <pc:sldMk cId="1396539644" sldId="272"/>
            <ac:picMk id="3" creationId="{AE5A2184-EBA7-D65D-1007-A9FE1A837CD2}"/>
          </ac:picMkLst>
        </pc:picChg>
        <pc:picChg chg="add mod">
          <ac:chgData name="Shiva Prasad" userId="81f823ac2294d885" providerId="LiveId" clId="{C9323406-DBEE-4253-8D89-BAA8E16E506F}" dt="2026-07-22T18:45:08.045" v="1547" actId="1076"/>
          <ac:picMkLst>
            <pc:docMk/>
            <pc:sldMk cId="1396539644" sldId="272"/>
            <ac:picMk id="4" creationId="{E0ED7CA4-5F51-9E8D-EFF4-DB0DAA8157A0}"/>
          </ac:picMkLst>
        </pc:picChg>
        <pc:picChg chg="add mod">
          <ac:chgData name="Shiva Prasad" userId="81f823ac2294d885" providerId="LiveId" clId="{C9323406-DBEE-4253-8D89-BAA8E16E506F}" dt="2026-07-22T18:46:34.173" v="1569" actId="1076"/>
          <ac:picMkLst>
            <pc:docMk/>
            <pc:sldMk cId="1396539644" sldId="272"/>
            <ac:picMk id="6" creationId="{F4BA1893-29EC-BD62-279D-70D908340090}"/>
          </ac:picMkLst>
        </pc:picChg>
        <pc:picChg chg="mod">
          <ac:chgData name="Shiva Prasad" userId="81f823ac2294d885" providerId="LiveId" clId="{C9323406-DBEE-4253-8D89-BAA8E16E506F}" dt="2026-07-22T18:44:32.445" v="1535" actId="1076"/>
          <ac:picMkLst>
            <pc:docMk/>
            <pc:sldMk cId="1396539644" sldId="272"/>
            <ac:picMk id="24" creationId="{1FAC4222-2F4A-3D7E-70F7-E034FEBC07AB}"/>
          </ac:picMkLst>
        </pc:picChg>
      </pc:sldChg>
      <pc:sldChg chg="addSp modSp mod">
        <pc:chgData name="Shiva Prasad" userId="81f823ac2294d885" providerId="LiveId" clId="{C9323406-DBEE-4253-8D89-BAA8E16E506F}" dt="2026-07-22T18:43:53.882" v="1528" actId="14100"/>
        <pc:sldMkLst>
          <pc:docMk/>
          <pc:sldMk cId="383985117" sldId="273"/>
        </pc:sldMkLst>
        <pc:spChg chg="add mod">
          <ac:chgData name="Shiva Prasad" userId="81f823ac2294d885" providerId="LiveId" clId="{C9323406-DBEE-4253-8D89-BAA8E16E506F}" dt="2026-07-22T18:43:53.882" v="1528" actId="14100"/>
          <ac:spMkLst>
            <pc:docMk/>
            <pc:sldMk cId="383985117" sldId="273"/>
            <ac:spMk id="7" creationId="{62E96AAE-46ED-4473-0391-58AA54C0DE9A}"/>
          </ac:spMkLst>
        </pc:spChg>
        <pc:spChg chg="mod">
          <ac:chgData name="Shiva Prasad" userId="81f823ac2294d885" providerId="LiveId" clId="{C9323406-DBEE-4253-8D89-BAA8E16E506F}" dt="2026-07-22T18:43:06.639" v="1517" actId="113"/>
          <ac:spMkLst>
            <pc:docMk/>
            <pc:sldMk cId="383985117" sldId="273"/>
            <ac:spMk id="21" creationId="{F570E293-A035-76DC-4DD3-54E369352C9E}"/>
          </ac:spMkLst>
        </pc:spChg>
        <pc:spChg chg="mod">
          <ac:chgData name="Shiva Prasad" userId="81f823ac2294d885" providerId="LiveId" clId="{C9323406-DBEE-4253-8D89-BAA8E16E506F}" dt="2026-07-22T18:40:56.255" v="1488" actId="1076"/>
          <ac:spMkLst>
            <pc:docMk/>
            <pc:sldMk cId="383985117" sldId="273"/>
            <ac:spMk id="25" creationId="{8FEC6AFF-5DBE-E0C5-4E21-C3F86919EA2F}"/>
          </ac:spMkLst>
        </pc:spChg>
        <pc:spChg chg="mod">
          <ac:chgData name="Shiva Prasad" userId="81f823ac2294d885" providerId="LiveId" clId="{C9323406-DBEE-4253-8D89-BAA8E16E506F}" dt="2026-07-22T18:40:48.767" v="1486" actId="1076"/>
          <ac:spMkLst>
            <pc:docMk/>
            <pc:sldMk cId="383985117" sldId="273"/>
            <ac:spMk id="27" creationId="{21A667D4-9D12-DDC1-9FB8-D2F9B6A05D30}"/>
          </ac:spMkLst>
        </pc:spChg>
        <pc:spChg chg="mod">
          <ac:chgData name="Shiva Prasad" userId="81f823ac2294d885" providerId="LiveId" clId="{C9323406-DBEE-4253-8D89-BAA8E16E506F}" dt="2026-07-22T18:40:51.962" v="1487" actId="1076"/>
          <ac:spMkLst>
            <pc:docMk/>
            <pc:sldMk cId="383985117" sldId="273"/>
            <ac:spMk id="29" creationId="{6C278509-B9E9-8FC5-46CC-10AAA360E7C7}"/>
          </ac:spMkLst>
        </pc:spChg>
        <pc:spChg chg="mod">
          <ac:chgData name="Shiva Prasad" userId="81f823ac2294d885" providerId="LiveId" clId="{C9323406-DBEE-4253-8D89-BAA8E16E506F}" dt="2026-07-22T18:41:00.502" v="1489" actId="1076"/>
          <ac:spMkLst>
            <pc:docMk/>
            <pc:sldMk cId="383985117" sldId="273"/>
            <ac:spMk id="41" creationId="{F7BFF08E-AE24-2A0C-E3AA-71694852A1B0}"/>
          </ac:spMkLst>
        </pc:spChg>
        <pc:picChg chg="mod">
          <ac:chgData name="Shiva Prasad" userId="81f823ac2294d885" providerId="LiveId" clId="{C9323406-DBEE-4253-8D89-BAA8E16E506F}" dt="2026-07-22T18:41:03.482" v="1490" actId="1076"/>
          <ac:picMkLst>
            <pc:docMk/>
            <pc:sldMk cId="383985117" sldId="273"/>
            <ac:picMk id="3" creationId="{6B4E7D1A-54E7-4A3A-53CA-5BB256BA3803}"/>
          </ac:picMkLst>
        </pc:picChg>
        <pc:picChg chg="add mod">
          <ac:chgData name="Shiva Prasad" userId="81f823ac2294d885" providerId="LiveId" clId="{C9323406-DBEE-4253-8D89-BAA8E16E506F}" dt="2026-07-22T18:42:44.227" v="1515" actId="14100"/>
          <ac:picMkLst>
            <pc:docMk/>
            <pc:sldMk cId="383985117" sldId="273"/>
            <ac:picMk id="4" creationId="{B5D460F9-9400-A3E9-ABDE-30E22B45AF04}"/>
          </ac:picMkLst>
        </pc:picChg>
        <pc:picChg chg="add mod">
          <ac:chgData name="Shiva Prasad" userId="81f823ac2294d885" providerId="LiveId" clId="{C9323406-DBEE-4253-8D89-BAA8E16E506F}" dt="2026-07-22T18:42:50.694" v="1516" actId="208"/>
          <ac:picMkLst>
            <pc:docMk/>
            <pc:sldMk cId="383985117" sldId="273"/>
            <ac:picMk id="6" creationId="{91348469-A7F6-61F7-E8DC-A6393B7098FD}"/>
          </ac:picMkLst>
        </pc:picChg>
      </pc:sldChg>
      <pc:sldChg chg="addSp delSp modSp mod">
        <pc:chgData name="Shiva Prasad" userId="81f823ac2294d885" providerId="LiveId" clId="{C9323406-DBEE-4253-8D89-BAA8E16E506F}" dt="2026-07-25T13:50:35.923" v="2149" actId="1076"/>
        <pc:sldMkLst>
          <pc:docMk/>
          <pc:sldMk cId="408461164" sldId="279"/>
        </pc:sldMkLst>
        <pc:spChg chg="add mod">
          <ac:chgData name="Shiva Prasad" userId="81f823ac2294d885" providerId="LiveId" clId="{C9323406-DBEE-4253-8D89-BAA8E16E506F}" dt="2026-07-22T18:27:39.871" v="1373" actId="14100"/>
          <ac:spMkLst>
            <pc:docMk/>
            <pc:sldMk cId="408461164" sldId="279"/>
            <ac:spMk id="3" creationId="{D66B9DC8-6944-167D-FD1A-413C45C59686}"/>
          </ac:spMkLst>
        </pc:spChg>
        <pc:spChg chg="add mod">
          <ac:chgData name="Shiva Prasad" userId="81f823ac2294d885" providerId="LiveId" clId="{C9323406-DBEE-4253-8D89-BAA8E16E506F}" dt="2026-07-22T18:27:00.216" v="1360" actId="14100"/>
          <ac:spMkLst>
            <pc:docMk/>
            <pc:sldMk cId="408461164" sldId="279"/>
            <ac:spMk id="5" creationId="{5A7F4E36-3684-9704-70D7-DEC70DD66686}"/>
          </ac:spMkLst>
        </pc:spChg>
        <pc:spChg chg="add mod">
          <ac:chgData name="Shiva Prasad" userId="81f823ac2294d885" providerId="LiveId" clId="{C9323406-DBEE-4253-8D89-BAA8E16E506F}" dt="2026-07-22T18:27:20.526" v="1366" actId="14100"/>
          <ac:spMkLst>
            <pc:docMk/>
            <pc:sldMk cId="408461164" sldId="279"/>
            <ac:spMk id="7" creationId="{51AFFCD6-7D45-FC08-73F8-C376D466417C}"/>
          </ac:spMkLst>
        </pc:spChg>
        <pc:spChg chg="mod">
          <ac:chgData name="Shiva Prasad" userId="81f823ac2294d885" providerId="LiveId" clId="{C9323406-DBEE-4253-8D89-BAA8E16E506F}" dt="2026-07-22T18:26:33.574" v="1354" actId="14100"/>
          <ac:spMkLst>
            <pc:docMk/>
            <pc:sldMk cId="408461164" sldId="279"/>
            <ac:spMk id="21" creationId="{923A19C4-27D1-6C65-CB5C-5B73B8360763}"/>
          </ac:spMkLst>
        </pc:spChg>
        <pc:spChg chg="mod">
          <ac:chgData name="Shiva Prasad" userId="81f823ac2294d885" providerId="LiveId" clId="{C9323406-DBEE-4253-8D89-BAA8E16E506F}" dt="2026-07-22T18:25:12.326" v="1331" actId="1076"/>
          <ac:spMkLst>
            <pc:docMk/>
            <pc:sldMk cId="408461164" sldId="279"/>
            <ac:spMk id="25" creationId="{361275CD-1622-C879-7FE1-086C90827F75}"/>
          </ac:spMkLst>
        </pc:spChg>
        <pc:spChg chg="mod">
          <ac:chgData name="Shiva Prasad" userId="81f823ac2294d885" providerId="LiveId" clId="{C9323406-DBEE-4253-8D89-BAA8E16E506F}" dt="2026-07-25T13:50:31.407" v="2148" actId="1076"/>
          <ac:spMkLst>
            <pc:docMk/>
            <pc:sldMk cId="408461164" sldId="279"/>
            <ac:spMk id="27" creationId="{23AE9F90-0C8A-B967-58E7-3E474A58A342}"/>
          </ac:spMkLst>
        </pc:spChg>
        <pc:spChg chg="mod">
          <ac:chgData name="Shiva Prasad" userId="81f823ac2294d885" providerId="LiveId" clId="{C9323406-DBEE-4253-8D89-BAA8E16E506F}" dt="2026-07-25T13:50:35.923" v="2149" actId="1076"/>
          <ac:spMkLst>
            <pc:docMk/>
            <pc:sldMk cId="408461164" sldId="279"/>
            <ac:spMk id="29" creationId="{D3A5B29F-3EDF-8AB7-5A4C-E5BFC394D400}"/>
          </ac:spMkLst>
        </pc:spChg>
        <pc:spChg chg="mod">
          <ac:chgData name="Shiva Prasad" userId="81f823ac2294d885" providerId="LiveId" clId="{C9323406-DBEE-4253-8D89-BAA8E16E506F}" dt="2026-07-22T08:11:37.902" v="319" actId="14100"/>
          <ac:spMkLst>
            <pc:docMk/>
            <pc:sldMk cId="408461164" sldId="279"/>
            <ac:spMk id="41" creationId="{3A144061-30B7-313E-9AED-DCB83F6D93B2}"/>
          </ac:spMkLst>
        </pc:spChg>
        <pc:picChg chg="add mod">
          <ac:chgData name="Shiva Prasad" userId="81f823ac2294d885" providerId="LiveId" clId="{C9323406-DBEE-4253-8D89-BAA8E16E506F}" dt="2026-07-22T18:27:43.378" v="1374" actId="1076"/>
          <ac:picMkLst>
            <pc:docMk/>
            <pc:sldMk cId="408461164" sldId="279"/>
            <ac:picMk id="6" creationId="{AFF7C2E3-5161-D75C-42A9-41E487676CC1}"/>
          </ac:picMkLst>
        </pc:picChg>
        <pc:picChg chg="add mod">
          <ac:chgData name="Shiva Prasad" userId="81f823ac2294d885" providerId="LiveId" clId="{C9323406-DBEE-4253-8D89-BAA8E16E506F}" dt="2026-07-22T18:27:04" v="1361" actId="1076"/>
          <ac:picMkLst>
            <pc:docMk/>
            <pc:sldMk cId="408461164" sldId="279"/>
            <ac:picMk id="9" creationId="{A218F5BA-849D-F0F7-7D8C-124D34E8BC27}"/>
          </ac:picMkLst>
        </pc:picChg>
        <pc:picChg chg="add mod">
          <ac:chgData name="Shiva Prasad" userId="81f823ac2294d885" providerId="LiveId" clId="{C9323406-DBEE-4253-8D89-BAA8E16E506F}" dt="2026-07-22T18:27:46.594" v="1375" actId="1076"/>
          <ac:picMkLst>
            <pc:docMk/>
            <pc:sldMk cId="408461164" sldId="279"/>
            <ac:picMk id="11" creationId="{37FB0D29-36D6-945D-FD2B-50FD2FC3D3EE}"/>
          </ac:picMkLst>
        </pc:picChg>
        <pc:picChg chg="add mod">
          <ac:chgData name="Shiva Prasad" userId="81f823ac2294d885" providerId="LiveId" clId="{C9323406-DBEE-4253-8D89-BAA8E16E506F}" dt="2026-07-22T18:23:17.305" v="1298" actId="1076"/>
          <ac:picMkLst>
            <pc:docMk/>
            <pc:sldMk cId="408461164" sldId="279"/>
            <ac:picMk id="15" creationId="{99AA0823-ED95-8E62-9476-C7A9186E0D84}"/>
          </ac:picMkLst>
        </pc:picChg>
      </pc:sldChg>
      <pc:sldChg chg="addSp modSp mod">
        <pc:chgData name="Shiva Prasad" userId="81f823ac2294d885" providerId="LiveId" clId="{C9323406-DBEE-4253-8D89-BAA8E16E506F}" dt="2026-07-22T18:03:22.368" v="1107" actId="122"/>
        <pc:sldMkLst>
          <pc:docMk/>
          <pc:sldMk cId="4267762958" sldId="280"/>
        </pc:sldMkLst>
        <pc:spChg chg="add mod">
          <ac:chgData name="Shiva Prasad" userId="81f823ac2294d885" providerId="LiveId" clId="{C9323406-DBEE-4253-8D89-BAA8E16E506F}" dt="2026-07-22T18:03:22.368" v="1107" actId="122"/>
          <ac:spMkLst>
            <pc:docMk/>
            <pc:sldMk cId="4267762958" sldId="280"/>
            <ac:spMk id="5" creationId="{760092B9-5646-A811-54D0-CD0511994C88}"/>
          </ac:spMkLst>
        </pc:spChg>
        <pc:spChg chg="mod">
          <ac:chgData name="Shiva Prasad" userId="81f823ac2294d885" providerId="LiveId" clId="{C9323406-DBEE-4253-8D89-BAA8E16E506F}" dt="2026-07-22T18:02:25.464" v="1096" actId="14100"/>
          <ac:spMkLst>
            <pc:docMk/>
            <pc:sldMk cId="4267762958" sldId="280"/>
            <ac:spMk id="21" creationId="{488E5070-D2AC-0606-B342-7FDA89380995}"/>
          </ac:spMkLst>
        </pc:spChg>
        <pc:spChg chg="mod">
          <ac:chgData name="Shiva Prasad" userId="81f823ac2294d885" providerId="LiveId" clId="{C9323406-DBEE-4253-8D89-BAA8E16E506F}" dt="2026-07-22T17:59:12.203" v="1053" actId="1076"/>
          <ac:spMkLst>
            <pc:docMk/>
            <pc:sldMk cId="4267762958" sldId="280"/>
            <ac:spMk id="25" creationId="{79A338A9-AF71-8C5E-D63D-3F716D1E186C}"/>
          </ac:spMkLst>
        </pc:spChg>
        <pc:spChg chg="mod">
          <ac:chgData name="Shiva Prasad" userId="81f823ac2294d885" providerId="LiveId" clId="{C9323406-DBEE-4253-8D89-BAA8E16E506F}" dt="2026-07-22T17:59:06.325" v="1051" actId="14100"/>
          <ac:spMkLst>
            <pc:docMk/>
            <pc:sldMk cId="4267762958" sldId="280"/>
            <ac:spMk id="27" creationId="{C67C4291-68CB-6C0D-C947-970EAC5FD559}"/>
          </ac:spMkLst>
        </pc:spChg>
        <pc:spChg chg="mod">
          <ac:chgData name="Shiva Prasad" userId="81f823ac2294d885" providerId="LiveId" clId="{C9323406-DBEE-4253-8D89-BAA8E16E506F}" dt="2026-07-22T17:59:09.415" v="1052" actId="1076"/>
          <ac:spMkLst>
            <pc:docMk/>
            <pc:sldMk cId="4267762958" sldId="280"/>
            <ac:spMk id="29" creationId="{5C018B16-9BFD-713F-E7A0-B6FF47B0ADBF}"/>
          </ac:spMkLst>
        </pc:spChg>
        <pc:picChg chg="mod">
          <ac:chgData name="Shiva Prasad" userId="81f823ac2294d885" providerId="LiveId" clId="{C9323406-DBEE-4253-8D89-BAA8E16E506F}" dt="2026-07-21T18:59:23.346" v="6" actId="1076"/>
          <ac:picMkLst>
            <pc:docMk/>
            <pc:sldMk cId="4267762958" sldId="280"/>
            <ac:picMk id="3" creationId="{BFB01CD0-35C8-2243-1C2A-D05CAE5A2AE5}"/>
          </ac:picMkLst>
        </pc:picChg>
        <pc:picChg chg="add mod">
          <ac:chgData name="Shiva Prasad" userId="81f823ac2294d885" providerId="LiveId" clId="{C9323406-DBEE-4253-8D89-BAA8E16E506F}" dt="2026-07-22T18:02:33.289" v="1098" actId="14100"/>
          <ac:picMkLst>
            <pc:docMk/>
            <pc:sldMk cId="4267762958" sldId="280"/>
            <ac:picMk id="4" creationId="{C6D964C0-E50B-30BA-701C-A041382BF8B1}"/>
          </ac:picMkLst>
        </pc:picChg>
      </pc:sldChg>
      <pc:sldChg chg="addSp delSp modSp mod">
        <pc:chgData name="Shiva Prasad" userId="81f823ac2294d885" providerId="LiveId" clId="{C9323406-DBEE-4253-8D89-BAA8E16E506F}" dt="2026-07-22T19:30:18.781" v="2128" actId="14100"/>
        <pc:sldMkLst>
          <pc:docMk/>
          <pc:sldMk cId="983045221" sldId="281"/>
        </pc:sldMkLst>
        <pc:spChg chg="mod">
          <ac:chgData name="Shiva Prasad" userId="81f823ac2294d885" providerId="LiveId" clId="{C9323406-DBEE-4253-8D89-BAA8E16E506F}" dt="2026-07-22T19:30:08.554" v="2125" actId="14100"/>
          <ac:spMkLst>
            <pc:docMk/>
            <pc:sldMk cId="983045221" sldId="281"/>
            <ac:spMk id="5" creationId="{531EF744-CE5B-774E-16A5-22CEB9FB29BF}"/>
          </ac:spMkLst>
        </pc:spChg>
        <pc:picChg chg="add mod">
          <ac:chgData name="Shiva Prasad" userId="81f823ac2294d885" providerId="LiveId" clId="{C9323406-DBEE-4253-8D89-BAA8E16E506F}" dt="2026-07-22T19:29:53.664" v="2122" actId="1076"/>
          <ac:picMkLst>
            <pc:docMk/>
            <pc:sldMk cId="983045221" sldId="281"/>
            <ac:picMk id="3" creationId="{38FE9216-A267-42D0-7D45-12378B8F9560}"/>
          </ac:picMkLst>
        </pc:picChg>
        <pc:picChg chg="add mod">
          <ac:chgData name="Shiva Prasad" userId="81f823ac2294d885" providerId="LiveId" clId="{C9323406-DBEE-4253-8D89-BAA8E16E506F}" dt="2026-07-22T19:30:13.521" v="2126" actId="14100"/>
          <ac:picMkLst>
            <pc:docMk/>
            <pc:sldMk cId="983045221" sldId="281"/>
            <ac:picMk id="6" creationId="{51384F29-0692-A847-AD87-16DDAD835C53}"/>
          </ac:picMkLst>
        </pc:picChg>
        <pc:picChg chg="add mod">
          <ac:chgData name="Shiva Prasad" userId="81f823ac2294d885" providerId="LiveId" clId="{C9323406-DBEE-4253-8D89-BAA8E16E506F}" dt="2026-07-22T19:30:16.078" v="2127" actId="14100"/>
          <ac:picMkLst>
            <pc:docMk/>
            <pc:sldMk cId="983045221" sldId="281"/>
            <ac:picMk id="9" creationId="{498E28F9-FE84-EFC4-491C-24F5223A1556}"/>
          </ac:picMkLst>
        </pc:picChg>
        <pc:picChg chg="add mod">
          <ac:chgData name="Shiva Prasad" userId="81f823ac2294d885" providerId="LiveId" clId="{C9323406-DBEE-4253-8D89-BAA8E16E506F}" dt="2026-07-22T19:30:18.781" v="2128" actId="14100"/>
          <ac:picMkLst>
            <pc:docMk/>
            <pc:sldMk cId="983045221" sldId="281"/>
            <ac:picMk id="19" creationId="{F08F5803-83BF-A57E-DFEF-D86801C659DD}"/>
          </ac:picMkLst>
        </pc:picChg>
      </pc:sldChg>
      <pc:sldChg chg="addSp modSp mod">
        <pc:chgData name="Shiva Prasad" userId="81f823ac2294d885" providerId="LiveId" clId="{C9323406-DBEE-4253-8D89-BAA8E16E506F}" dt="2026-07-22T19:31:06.054" v="2137" actId="208"/>
        <pc:sldMkLst>
          <pc:docMk/>
          <pc:sldMk cId="3635754405" sldId="284"/>
        </pc:sldMkLst>
        <pc:spChg chg="add mod">
          <ac:chgData name="Shiva Prasad" userId="81f823ac2294d885" providerId="LiveId" clId="{C9323406-DBEE-4253-8D89-BAA8E16E506F}" dt="2026-07-22T18:00:54.226" v="1081" actId="122"/>
          <ac:spMkLst>
            <pc:docMk/>
            <pc:sldMk cId="3635754405" sldId="284"/>
            <ac:spMk id="3" creationId="{B77CB42D-5C0B-196A-C65C-E3B3BB38D26B}"/>
          </ac:spMkLst>
        </pc:spChg>
        <pc:spChg chg="add mod">
          <ac:chgData name="Shiva Prasad" userId="81f823ac2294d885" providerId="LiveId" clId="{C9323406-DBEE-4253-8D89-BAA8E16E506F}" dt="2026-07-22T17:54:06.255" v="1029" actId="14100"/>
          <ac:spMkLst>
            <pc:docMk/>
            <pc:sldMk cId="3635754405" sldId="284"/>
            <ac:spMk id="8" creationId="{ACCA9B37-1233-919B-4D83-D6EC5E2B468C}"/>
          </ac:spMkLst>
        </pc:spChg>
        <pc:spChg chg="mod">
          <ac:chgData name="Shiva Prasad" userId="81f823ac2294d885" providerId="LiveId" clId="{C9323406-DBEE-4253-8D89-BAA8E16E506F}" dt="2026-07-22T17:51:14.816" v="989" actId="14100"/>
          <ac:spMkLst>
            <pc:docMk/>
            <pc:sldMk cId="3635754405" sldId="284"/>
            <ac:spMk id="21" creationId="{87D09DD2-C2D4-BCB0-D2B5-5838EE63D478}"/>
          </ac:spMkLst>
        </pc:spChg>
        <pc:spChg chg="mod">
          <ac:chgData name="Shiva Prasad" userId="81f823ac2294d885" providerId="LiveId" clId="{C9323406-DBEE-4253-8D89-BAA8E16E506F}" dt="2026-07-22T17:50:31.371" v="982" actId="1076"/>
          <ac:spMkLst>
            <pc:docMk/>
            <pc:sldMk cId="3635754405" sldId="284"/>
            <ac:spMk id="25" creationId="{1044B5D7-04E9-5A5E-2830-F1050C1B7AD4}"/>
          </ac:spMkLst>
        </pc:spChg>
        <pc:spChg chg="mod">
          <ac:chgData name="Shiva Prasad" userId="81f823ac2294d885" providerId="LiveId" clId="{C9323406-DBEE-4253-8D89-BAA8E16E506F}" dt="2026-07-22T17:50:26.239" v="980" actId="1076"/>
          <ac:spMkLst>
            <pc:docMk/>
            <pc:sldMk cId="3635754405" sldId="284"/>
            <ac:spMk id="27" creationId="{D080C629-3F4B-276B-F4CA-7095DB49A1ED}"/>
          </ac:spMkLst>
        </pc:spChg>
        <pc:spChg chg="mod">
          <ac:chgData name="Shiva Prasad" userId="81f823ac2294d885" providerId="LiveId" clId="{C9323406-DBEE-4253-8D89-BAA8E16E506F}" dt="2026-07-22T17:50:28.416" v="981" actId="1076"/>
          <ac:spMkLst>
            <pc:docMk/>
            <pc:sldMk cId="3635754405" sldId="284"/>
            <ac:spMk id="29" creationId="{72D28F69-9F69-39F7-7C86-60CCA7534934}"/>
          </ac:spMkLst>
        </pc:spChg>
        <pc:picChg chg="add mod">
          <ac:chgData name="Shiva Prasad" userId="81f823ac2294d885" providerId="LiveId" clId="{C9323406-DBEE-4253-8D89-BAA8E16E506F}" dt="2026-07-22T19:30:59" v="2135" actId="1076"/>
          <ac:picMkLst>
            <pc:docMk/>
            <pc:sldMk cId="3635754405" sldId="284"/>
            <ac:picMk id="4" creationId="{1F653A65-9750-1470-2C7A-E04E19E65BAA}"/>
          </ac:picMkLst>
        </pc:picChg>
        <pc:picChg chg="add mod">
          <ac:chgData name="Shiva Prasad" userId="81f823ac2294d885" providerId="LiveId" clId="{C9323406-DBEE-4253-8D89-BAA8E16E506F}" dt="2026-07-21T19:03:37.952" v="41" actId="14100"/>
          <ac:picMkLst>
            <pc:docMk/>
            <pc:sldMk cId="3635754405" sldId="284"/>
            <ac:picMk id="5" creationId="{1E46F8A2-6B82-055F-05BB-DFF915C10334}"/>
          </ac:picMkLst>
        </pc:picChg>
        <pc:picChg chg="add mod">
          <ac:chgData name="Shiva Prasad" userId="81f823ac2294d885" providerId="LiveId" clId="{C9323406-DBEE-4253-8D89-BAA8E16E506F}" dt="2026-07-22T19:31:06.054" v="2137" actId="208"/>
          <ac:picMkLst>
            <pc:docMk/>
            <pc:sldMk cId="3635754405" sldId="284"/>
            <ac:picMk id="7" creationId="{FC50B26E-C53A-E740-0909-B27EB8F9FD85}"/>
          </ac:picMkLst>
        </pc:picChg>
      </pc:sldChg>
      <pc:sldChg chg="addSp delSp modSp mod">
        <pc:chgData name="Shiva Prasad" userId="81f823ac2294d885" providerId="LiveId" clId="{C9323406-DBEE-4253-8D89-BAA8E16E506F}" dt="2026-07-22T17:45:55.111" v="922" actId="1076"/>
        <pc:sldMkLst>
          <pc:docMk/>
          <pc:sldMk cId="996485973" sldId="285"/>
        </pc:sldMkLst>
        <pc:spChg chg="add mod">
          <ac:chgData name="Shiva Prasad" userId="81f823ac2294d885" providerId="LiveId" clId="{C9323406-DBEE-4253-8D89-BAA8E16E506F}" dt="2026-07-22T17:45:24.790" v="915" actId="14100"/>
          <ac:spMkLst>
            <pc:docMk/>
            <pc:sldMk cId="996485973" sldId="285"/>
            <ac:spMk id="7" creationId="{D0ED6A91-72ED-9FCA-EA28-2303AEBB9448}"/>
          </ac:spMkLst>
        </pc:spChg>
        <pc:spChg chg="mod">
          <ac:chgData name="Shiva Prasad" userId="81f823ac2294d885" providerId="LiveId" clId="{C9323406-DBEE-4253-8D89-BAA8E16E506F}" dt="2026-07-22T17:45:55.111" v="922" actId="1076"/>
          <ac:spMkLst>
            <pc:docMk/>
            <pc:sldMk cId="996485973" sldId="285"/>
            <ac:spMk id="21" creationId="{37DA8F92-BDE9-E8FA-93DC-67619FD0C6F5}"/>
          </ac:spMkLst>
        </pc:spChg>
        <pc:spChg chg="mod">
          <ac:chgData name="Shiva Prasad" userId="81f823ac2294d885" providerId="LiveId" clId="{C9323406-DBEE-4253-8D89-BAA8E16E506F}" dt="2026-07-22T17:38:30.166" v="877" actId="1076"/>
          <ac:spMkLst>
            <pc:docMk/>
            <pc:sldMk cId="996485973" sldId="285"/>
            <ac:spMk id="25" creationId="{755AE57C-E3C7-DF66-BA8F-D83955F2ABEB}"/>
          </ac:spMkLst>
        </pc:spChg>
        <pc:spChg chg="mod">
          <ac:chgData name="Shiva Prasad" userId="81f823ac2294d885" providerId="LiveId" clId="{C9323406-DBEE-4253-8D89-BAA8E16E506F}" dt="2026-07-22T17:37:30.189" v="864" actId="1076"/>
          <ac:spMkLst>
            <pc:docMk/>
            <pc:sldMk cId="996485973" sldId="285"/>
            <ac:spMk id="27" creationId="{5B75F541-FBD0-80E2-81AF-C9D8C4CAD82D}"/>
          </ac:spMkLst>
        </pc:spChg>
        <pc:spChg chg="add del mod">
          <ac:chgData name="Shiva Prasad" userId="81f823ac2294d885" providerId="LiveId" clId="{C9323406-DBEE-4253-8D89-BAA8E16E506F}" dt="2026-07-22T17:38:31.344" v="879" actId="20577"/>
          <ac:spMkLst>
            <pc:docMk/>
            <pc:sldMk cId="996485973" sldId="285"/>
            <ac:spMk id="29" creationId="{15F0EA47-21CB-E83C-023A-397DA3E7331D}"/>
          </ac:spMkLst>
        </pc:spChg>
        <pc:spChg chg="mod">
          <ac:chgData name="Shiva Prasad" userId="81f823ac2294d885" providerId="LiveId" clId="{C9323406-DBEE-4253-8D89-BAA8E16E506F}" dt="2026-07-22T17:37:51.528" v="866" actId="1076"/>
          <ac:spMkLst>
            <pc:docMk/>
            <pc:sldMk cId="996485973" sldId="285"/>
            <ac:spMk id="41" creationId="{A7F884DA-F810-E101-CF44-E1553DE82F64}"/>
          </ac:spMkLst>
        </pc:spChg>
        <pc:picChg chg="add mod">
          <ac:chgData name="Shiva Prasad" userId="81f823ac2294d885" providerId="LiveId" clId="{C9323406-DBEE-4253-8D89-BAA8E16E506F}" dt="2026-07-21T19:16:07.503" v="176" actId="14100"/>
          <ac:picMkLst>
            <pc:docMk/>
            <pc:sldMk cId="996485973" sldId="285"/>
            <ac:picMk id="3" creationId="{05EAA527-A3F7-09B8-256F-E43B56051B7D}"/>
          </ac:picMkLst>
        </pc:picChg>
        <pc:picChg chg="add mod">
          <ac:chgData name="Shiva Prasad" userId="81f823ac2294d885" providerId="LiveId" clId="{C9323406-DBEE-4253-8D89-BAA8E16E506F}" dt="2026-07-22T17:45:43.799" v="919" actId="208"/>
          <ac:picMkLst>
            <pc:docMk/>
            <pc:sldMk cId="996485973" sldId="285"/>
            <ac:picMk id="4" creationId="{A4F05E45-061F-6654-E804-258EAB214667}"/>
          </ac:picMkLst>
        </pc:picChg>
      </pc:sldChg>
      <pc:sldChg chg="addSp delSp modSp mod ord">
        <pc:chgData name="Shiva Prasad" userId="81f823ac2294d885" providerId="LiveId" clId="{C9323406-DBEE-4253-8D89-BAA8E16E506F}" dt="2026-07-27T15:55:03.387" v="2170" actId="1076"/>
        <pc:sldMkLst>
          <pc:docMk/>
          <pc:sldMk cId="1219894557" sldId="286"/>
        </pc:sldMkLst>
        <pc:spChg chg="mod">
          <ac:chgData name="Shiva Prasad" userId="81f823ac2294d885" providerId="LiveId" clId="{C9323406-DBEE-4253-8D89-BAA8E16E506F}" dt="2026-07-22T19:27:32.596" v="2110" actId="255"/>
          <ac:spMkLst>
            <pc:docMk/>
            <pc:sldMk cId="1219894557" sldId="286"/>
            <ac:spMk id="21" creationId="{80616F0F-BA71-C572-6815-25DE53CD5A97}"/>
          </ac:spMkLst>
        </pc:spChg>
        <pc:spChg chg="mod">
          <ac:chgData name="Shiva Prasad" userId="81f823ac2294d885" providerId="LiveId" clId="{C9323406-DBEE-4253-8D89-BAA8E16E506F}" dt="2026-07-22T19:26:29.755" v="2089" actId="1076"/>
          <ac:spMkLst>
            <pc:docMk/>
            <pc:sldMk cId="1219894557" sldId="286"/>
            <ac:spMk id="25" creationId="{9E2F5FEF-ACC5-A057-73D3-3F06425C5424}"/>
          </ac:spMkLst>
        </pc:spChg>
        <pc:spChg chg="mod">
          <ac:chgData name="Shiva Prasad" userId="81f823ac2294d885" providerId="LiveId" clId="{C9323406-DBEE-4253-8D89-BAA8E16E506F}" dt="2026-07-22T19:26:56.270" v="2097" actId="1076"/>
          <ac:spMkLst>
            <pc:docMk/>
            <pc:sldMk cId="1219894557" sldId="286"/>
            <ac:spMk id="27" creationId="{9A9B1C69-E1FB-0379-7844-A11FEEB60EEC}"/>
          </ac:spMkLst>
        </pc:spChg>
        <pc:spChg chg="mod">
          <ac:chgData name="Shiva Prasad" userId="81f823ac2294d885" providerId="LiveId" clId="{C9323406-DBEE-4253-8D89-BAA8E16E506F}" dt="2026-07-22T19:27:00.275" v="2098" actId="1076"/>
          <ac:spMkLst>
            <pc:docMk/>
            <pc:sldMk cId="1219894557" sldId="286"/>
            <ac:spMk id="29" creationId="{0BA91446-F5E7-D0B1-892C-778F1A4AF0E1}"/>
          </ac:spMkLst>
        </pc:spChg>
        <pc:picChg chg="add mod">
          <ac:chgData name="Shiva Prasad" userId="81f823ac2294d885" providerId="LiveId" clId="{C9323406-DBEE-4253-8D89-BAA8E16E506F}" dt="2026-07-27T15:55:03.387" v="2170" actId="1076"/>
          <ac:picMkLst>
            <pc:docMk/>
            <pc:sldMk cId="1219894557" sldId="286"/>
            <ac:picMk id="3" creationId="{CC92C812-E40D-3980-7B92-10598ACEA50E}"/>
          </ac:picMkLst>
        </pc:picChg>
        <pc:picChg chg="mod">
          <ac:chgData name="Shiva Prasad" userId="81f823ac2294d885" providerId="LiveId" clId="{C9323406-DBEE-4253-8D89-BAA8E16E506F}" dt="2026-07-22T19:27:03.436" v="2099" actId="1076"/>
          <ac:picMkLst>
            <pc:docMk/>
            <pc:sldMk cId="1219894557" sldId="286"/>
            <ac:picMk id="24" creationId="{15DD5400-3A9D-4DA4-4EA9-355A9CAB69FE}"/>
          </ac:picMkLst>
        </pc:picChg>
      </pc:sldChg>
      <pc:sldChg chg="addSp modSp mod">
        <pc:chgData name="Shiva Prasad" userId="81f823ac2294d885" providerId="LiveId" clId="{C9323406-DBEE-4253-8D89-BAA8E16E506F}" dt="2026-07-22T17:49:49.085" v="973" actId="1076"/>
        <pc:sldMkLst>
          <pc:docMk/>
          <pc:sldMk cId="3931745267" sldId="287"/>
        </pc:sldMkLst>
        <pc:spChg chg="add mod">
          <ac:chgData name="Shiva Prasad" userId="81f823ac2294d885" providerId="LiveId" clId="{C9323406-DBEE-4253-8D89-BAA8E16E506F}" dt="2026-07-22T17:49:49.085" v="973" actId="1076"/>
          <ac:spMkLst>
            <pc:docMk/>
            <pc:sldMk cId="3931745267" sldId="287"/>
            <ac:spMk id="5" creationId="{C4CAC380-5F2C-DAC5-8724-78CFE4F8D8F6}"/>
          </ac:spMkLst>
        </pc:spChg>
        <pc:spChg chg="mod">
          <ac:chgData name="Shiva Prasad" userId="81f823ac2294d885" providerId="LiveId" clId="{C9323406-DBEE-4253-8D89-BAA8E16E506F}" dt="2026-07-22T17:49:04.541" v="964" actId="113"/>
          <ac:spMkLst>
            <pc:docMk/>
            <pc:sldMk cId="3931745267" sldId="287"/>
            <ac:spMk id="21" creationId="{32C24EB4-1A3F-F284-DB68-026C962D68E4}"/>
          </ac:spMkLst>
        </pc:spChg>
        <pc:spChg chg="mod">
          <ac:chgData name="Shiva Prasad" userId="81f823ac2294d885" providerId="LiveId" clId="{C9323406-DBEE-4253-8D89-BAA8E16E506F}" dt="2026-07-22T17:48:54.557" v="963" actId="1076"/>
          <ac:spMkLst>
            <pc:docMk/>
            <pc:sldMk cId="3931745267" sldId="287"/>
            <ac:spMk id="25" creationId="{E9AAA53E-B10C-CBFC-F25E-16C1DC4F56D4}"/>
          </ac:spMkLst>
        </pc:spChg>
        <pc:spChg chg="mod">
          <ac:chgData name="Shiva Prasad" userId="81f823ac2294d885" providerId="LiveId" clId="{C9323406-DBEE-4253-8D89-BAA8E16E506F}" dt="2026-07-22T17:48:45.707" v="961" actId="1076"/>
          <ac:spMkLst>
            <pc:docMk/>
            <pc:sldMk cId="3931745267" sldId="287"/>
            <ac:spMk id="27" creationId="{8C6EF9A2-D746-EE92-FDC6-C1B0759A5F1E}"/>
          </ac:spMkLst>
        </pc:spChg>
        <pc:spChg chg="mod">
          <ac:chgData name="Shiva Prasad" userId="81f823ac2294d885" providerId="LiveId" clId="{C9323406-DBEE-4253-8D89-BAA8E16E506F}" dt="2026-07-22T17:48:51.477" v="962" actId="1076"/>
          <ac:spMkLst>
            <pc:docMk/>
            <pc:sldMk cId="3931745267" sldId="287"/>
            <ac:spMk id="29" creationId="{98BD2FE0-C30E-EEF3-8063-BE23BB8B1ADD}"/>
          </ac:spMkLst>
        </pc:spChg>
        <pc:picChg chg="add mod">
          <ac:chgData name="Shiva Prasad" userId="81f823ac2294d885" providerId="LiveId" clId="{C9323406-DBEE-4253-8D89-BAA8E16E506F}" dt="2026-07-21T19:10:15.969" v="100" actId="14100"/>
          <ac:picMkLst>
            <pc:docMk/>
            <pc:sldMk cId="3931745267" sldId="287"/>
            <ac:picMk id="3" creationId="{86F3C90D-E96A-6B10-C6C3-7554D020BBA1}"/>
          </ac:picMkLst>
        </pc:picChg>
        <pc:picChg chg="add mod">
          <ac:chgData name="Shiva Prasad" userId="81f823ac2294d885" providerId="LiveId" clId="{C9323406-DBEE-4253-8D89-BAA8E16E506F}" dt="2026-07-22T17:49:09.684" v="965" actId="1076"/>
          <ac:picMkLst>
            <pc:docMk/>
            <pc:sldMk cId="3931745267" sldId="287"/>
            <ac:picMk id="4" creationId="{F01D0B7A-1522-6C33-0B5F-45FAAA96B72C}"/>
          </ac:picMkLst>
        </pc:picChg>
      </pc:sldChg>
      <pc:sldChg chg="addSp delSp modSp add mod ord">
        <pc:chgData name="Shiva Prasad" userId="81f823ac2294d885" providerId="LiveId" clId="{C9323406-DBEE-4253-8D89-BAA8E16E506F}" dt="2026-07-22T18:35:14.413" v="1436" actId="1076"/>
        <pc:sldMkLst>
          <pc:docMk/>
          <pc:sldMk cId="2148378397" sldId="289"/>
        </pc:sldMkLst>
        <pc:spChg chg="mod">
          <ac:chgData name="Shiva Prasad" userId="81f823ac2294d885" providerId="LiveId" clId="{C9323406-DBEE-4253-8D89-BAA8E16E506F}" dt="2026-07-22T18:35:06.558" v="1433" actId="1076"/>
          <ac:spMkLst>
            <pc:docMk/>
            <pc:sldMk cId="2148378397" sldId="289"/>
            <ac:spMk id="5" creationId="{C8D89625-7A82-0210-6441-BD6724FD5350}"/>
          </ac:spMkLst>
        </pc:spChg>
        <pc:picChg chg="add mod">
          <ac:chgData name="Shiva Prasad" userId="81f823ac2294d885" providerId="LiveId" clId="{C9323406-DBEE-4253-8D89-BAA8E16E506F}" dt="2026-07-22T18:35:07.997" v="1434" actId="1076"/>
          <ac:picMkLst>
            <pc:docMk/>
            <pc:sldMk cId="2148378397" sldId="289"/>
            <ac:picMk id="6" creationId="{262D6A40-D519-D397-E4A9-8DCFED7A85F4}"/>
          </ac:picMkLst>
        </pc:picChg>
        <pc:picChg chg="add mod">
          <ac:chgData name="Shiva Prasad" userId="81f823ac2294d885" providerId="LiveId" clId="{C9323406-DBEE-4253-8D89-BAA8E16E506F}" dt="2026-07-22T18:35:12.179" v="1435" actId="1076"/>
          <ac:picMkLst>
            <pc:docMk/>
            <pc:sldMk cId="2148378397" sldId="289"/>
            <ac:picMk id="9" creationId="{6454AF52-2C47-34D6-49B6-A49EFA8DC91A}"/>
          </ac:picMkLst>
        </pc:picChg>
        <pc:picChg chg="add mod">
          <ac:chgData name="Shiva Prasad" userId="81f823ac2294d885" providerId="LiveId" clId="{C9323406-DBEE-4253-8D89-BAA8E16E506F}" dt="2026-07-22T18:35:14.413" v="1436" actId="1076"/>
          <ac:picMkLst>
            <pc:docMk/>
            <pc:sldMk cId="2148378397" sldId="289"/>
            <ac:picMk id="11" creationId="{A251015F-8468-7AD5-89F5-246006BB6CE7}"/>
          </ac:picMkLst>
        </pc:picChg>
      </pc:sldChg>
      <pc:sldChg chg="addSp delSp modSp add mod ord">
        <pc:chgData name="Shiva Prasad" userId="81f823ac2294d885" providerId="LiveId" clId="{C9323406-DBEE-4253-8D89-BAA8E16E506F}" dt="2026-07-23T08:49:12.597" v="2147" actId="1076"/>
        <pc:sldMkLst>
          <pc:docMk/>
          <pc:sldMk cId="1511151431" sldId="291"/>
        </pc:sldMkLst>
        <pc:spChg chg="add mod">
          <ac:chgData name="Shiva Prasad" userId="81f823ac2294d885" providerId="LiveId" clId="{C9323406-DBEE-4253-8D89-BAA8E16E506F}" dt="2026-07-22T19:21:36.994" v="2038" actId="113"/>
          <ac:spMkLst>
            <pc:docMk/>
            <pc:sldMk cId="1511151431" sldId="291"/>
            <ac:spMk id="3" creationId="{19E237F1-7D90-FC2D-9DEF-B3946672D8BE}"/>
          </ac:spMkLst>
        </pc:spChg>
        <pc:spChg chg="add mod">
          <ac:chgData name="Shiva Prasad" userId="81f823ac2294d885" providerId="LiveId" clId="{C9323406-DBEE-4253-8D89-BAA8E16E506F}" dt="2026-07-22T19:19:25.238" v="1998" actId="1076"/>
          <ac:spMkLst>
            <pc:docMk/>
            <pc:sldMk cId="1511151431" sldId="291"/>
            <ac:spMk id="4" creationId="{900D410C-0BE9-50B3-66B2-763D388B8C9A}"/>
          </ac:spMkLst>
        </pc:spChg>
        <pc:spChg chg="mod">
          <ac:chgData name="Shiva Prasad" userId="81f823ac2294d885" providerId="LiveId" clId="{C9323406-DBEE-4253-8D89-BAA8E16E506F}" dt="2026-07-22T19:21:44.284" v="2039" actId="1076"/>
          <ac:spMkLst>
            <pc:docMk/>
            <pc:sldMk cId="1511151431" sldId="291"/>
            <ac:spMk id="5" creationId="{F47E9586-50FB-920E-C91D-E1868A2739AE}"/>
          </ac:spMkLst>
        </pc:spChg>
        <pc:spChg chg="add mod">
          <ac:chgData name="Shiva Prasad" userId="81f823ac2294d885" providerId="LiveId" clId="{C9323406-DBEE-4253-8D89-BAA8E16E506F}" dt="2026-07-22T19:27:57.820" v="2111" actId="113"/>
          <ac:spMkLst>
            <pc:docMk/>
            <pc:sldMk cId="1511151431" sldId="291"/>
            <ac:spMk id="8" creationId="{80D6045C-7671-A5FB-4863-B5CF682ECA12}"/>
          </ac:spMkLst>
        </pc:spChg>
        <pc:spChg chg="add mod">
          <ac:chgData name="Shiva Prasad" userId="81f823ac2294d885" providerId="LiveId" clId="{C9323406-DBEE-4253-8D89-BAA8E16E506F}" dt="2026-07-22T19:20:24.549" v="2019" actId="1076"/>
          <ac:spMkLst>
            <pc:docMk/>
            <pc:sldMk cId="1511151431" sldId="291"/>
            <ac:spMk id="12" creationId="{8CCABD49-AE9B-3220-C953-032041FBEAE2}"/>
          </ac:spMkLst>
        </pc:spChg>
        <pc:spChg chg="add mod">
          <ac:chgData name="Shiva Prasad" userId="81f823ac2294d885" providerId="LiveId" clId="{C9323406-DBEE-4253-8D89-BAA8E16E506F}" dt="2026-07-22T19:20:29.040" v="2020" actId="1076"/>
          <ac:spMkLst>
            <pc:docMk/>
            <pc:sldMk cId="1511151431" sldId="291"/>
            <ac:spMk id="16" creationId="{EC6B70DC-E11F-4E52-16B2-9B094C39FF28}"/>
          </ac:spMkLst>
        </pc:spChg>
        <pc:spChg chg="add mod">
          <ac:chgData name="Shiva Prasad" userId="81f823ac2294d885" providerId="LiveId" clId="{C9323406-DBEE-4253-8D89-BAA8E16E506F}" dt="2026-07-22T19:20:39.550" v="2022" actId="1076"/>
          <ac:spMkLst>
            <pc:docMk/>
            <pc:sldMk cId="1511151431" sldId="291"/>
            <ac:spMk id="18" creationId="{809DEB88-694D-6E4A-C2DE-B3FD9DAFBCE0}"/>
          </ac:spMkLst>
        </pc:spChg>
        <pc:picChg chg="mod">
          <ac:chgData name="Shiva Prasad" userId="81f823ac2294d885" providerId="LiveId" clId="{C9323406-DBEE-4253-8D89-BAA8E16E506F}" dt="2026-07-23T08:49:12.597" v="2147" actId="1076"/>
          <ac:picMkLst>
            <pc:docMk/>
            <pc:sldMk cId="1511151431" sldId="291"/>
            <ac:picMk id="7" creationId="{8117284A-1037-C1EF-E178-B72818A747F1}"/>
          </ac:picMkLst>
        </pc:picChg>
        <pc:picChg chg="add mod">
          <ac:chgData name="Shiva Prasad" userId="81f823ac2294d885" providerId="LiveId" clId="{C9323406-DBEE-4253-8D89-BAA8E16E506F}" dt="2026-07-22T19:20:05.510" v="2012" actId="1076"/>
          <ac:picMkLst>
            <pc:docMk/>
            <pc:sldMk cId="1511151431" sldId="291"/>
            <ac:picMk id="10" creationId="{4FABB65F-2DF2-7C6E-FC53-2B5C5E6E08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FAA35-6808-4B22-98E8-C7979285D866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29E90-8508-443D-B81F-8FEFC3F35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547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BAC31-0070-E8F6-8306-01562B4F1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64AA9-F678-5BE5-D236-867178F9B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FFA57-D1A8-AF1A-DE14-2B51C59FE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644F5-68E4-7187-FB8D-34310F9CE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E89F8-A082-81D5-2D3D-5CEE73A48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373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FF453-0D4F-FFAB-E7A2-09F21CCEF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E9D14-45B4-C09F-AA27-CA62286D5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8D611-DC78-25CD-AA44-972157C80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57277-81F9-DFF2-A9A0-572E0C52C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D3C76-FAE4-C152-E371-0C3D243FF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842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39036-0F7B-03A8-E045-3FFDE77D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A21A5-7671-3807-EC6C-D129DAE1E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66E2B-4371-F393-8F99-61BE3F670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6C0A4-0EB0-6538-4F6E-42FBE1BBD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66577-7CA9-B77B-14C2-D5099EAB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02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FA932-8EEA-33B5-5A95-F1923AAB0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33CD4-BF2B-324C-DBF0-48E5F823CC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32ABB-725C-9737-6BCF-B5478D8C5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65416-3B93-BF75-5724-DD013F790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6788F-E1F0-417E-753E-FE82EEF3A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05BD1-E546-655D-830F-4149BEB1B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10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2B9C4-97AA-F7AB-DC11-72712FA56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CA93C-111D-DD04-6B8B-5DC730105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27AB4-B2A8-2698-105E-9398C76DC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670707-934B-914E-89A9-E92C27ACD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60340C-5E1F-7988-3325-3871F5FB7C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77A7C7-AA16-D2D5-B29E-F99F1F696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A1A3A9-F60F-BF9F-FFB1-5364AD047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742066-4EB8-2811-385E-9F186B9BE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268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E144E-B95E-545D-16D8-1606296C6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5E764-6C72-4F9D-451E-8D21C5B9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1F5B0-60C3-22AC-4909-83AD1152A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954E4-652C-B4B7-D732-40C765F15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483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3B7E4E-8ED4-E7E9-0C09-1F858B872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6C1FDC-D583-958A-00B8-3447AE734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4BCA8-0362-39E2-BEE1-27F93B1CD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856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FA4DF-631D-7ECB-A69E-60CDB96FF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68447-AB11-21A4-EB93-5F44295B3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D4904-3768-917F-7F8F-991AF8E9B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308B2-2718-DA54-109D-903EA9DB5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3604E-0211-745D-F821-74917B12A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8AFED-1448-420F-B11E-8A88C314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957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44B49-9652-E8D2-55E9-73482F579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EEED72-D57B-6227-54E6-9739F8C31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74D7A0-3ED9-3CF6-2EAA-E9EED4D75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54B6A-AB13-6CCA-365C-DF426C073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0FF20-C393-65B1-21E7-43388114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EFE7A-7FFA-102C-7CE7-FF642996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90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5FCC1-AB3F-0591-DD56-DEEA2A070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671BE-789E-150B-85A2-196CD5D19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79311-9B9A-45EE-A743-B299383A7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3932E-431B-3F50-06BA-1DC15E59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EF378-7A53-A359-3333-0C7C355D4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116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39FB3C-1EC9-AA0C-DF22-87F5A78BF6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743122-51B5-8766-B868-F63B45984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CE1B8-DFA6-27D5-8A7A-C01EF8AE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4CA1-5AEC-478B-980A-A8030DD29D2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EEB2C-E07F-F30F-7B42-B0779A243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394ED-6502-26C5-6869-A4150054A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81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0F9562-B74C-B8F9-E5EC-0E47FFF60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AFEC4-4904-092D-C472-FD54E699D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52AB0-E648-6D1C-39A6-28E4A5626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54CA1-5AEC-478B-980A-A8030DD29D2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86A97-EBBA-6224-04D8-0F8DA4953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73E2F-3624-F1DC-5F1B-1A1042C13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96F82-7148-4898-9EF7-064D4B81F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784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0074A-422C-C737-8889-1064243FD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F47E9586-50FB-920E-C91D-E1868A2739AE}"/>
              </a:ext>
            </a:extLst>
          </p:cNvPr>
          <p:cNvSpPr/>
          <p:nvPr/>
        </p:nvSpPr>
        <p:spPr>
          <a:xfrm>
            <a:off x="8368392" y="4632678"/>
            <a:ext cx="2634345" cy="1234673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tx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17284A-1037-C1EF-E178-B72818A74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63967" y="5867351"/>
            <a:ext cx="975629" cy="8851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E237F1-7D90-FC2D-9DEF-B3946672D8BE}"/>
              </a:ext>
            </a:extLst>
          </p:cNvPr>
          <p:cNvSpPr txBox="1"/>
          <p:nvPr/>
        </p:nvSpPr>
        <p:spPr>
          <a:xfrm>
            <a:off x="8490856" y="4759479"/>
            <a:ext cx="25118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r>
              <a:rPr lang="en-IN" sz="2400" b="1" dirty="0"/>
              <a:t>SIRAVENI SHIVANI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900D410C-0BE9-50B3-66B2-763D388B8C9A}"/>
              </a:ext>
            </a:extLst>
          </p:cNvPr>
          <p:cNvSpPr/>
          <p:nvPr/>
        </p:nvSpPr>
        <p:spPr>
          <a:xfrm>
            <a:off x="1513114" y="500743"/>
            <a:ext cx="8817427" cy="3875313"/>
          </a:xfrm>
          <a:prstGeom prst="cloud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6045C-7671-A5FB-4863-B5CF682ECA12}"/>
              </a:ext>
            </a:extLst>
          </p:cNvPr>
          <p:cNvSpPr txBox="1"/>
          <p:nvPr/>
        </p:nvSpPr>
        <p:spPr>
          <a:xfrm>
            <a:off x="2352675" y="1689593"/>
            <a:ext cx="71383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DOCTOR-PATIENT RECORD MANAGEMENT SYSTEM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ABB65F-2DF2-7C6E-FC53-2B5C5E6E08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3" y="5344884"/>
            <a:ext cx="1643113" cy="1242867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8CCABD49-AE9B-3220-C953-032041FBEAE2}"/>
              </a:ext>
            </a:extLst>
          </p:cNvPr>
          <p:cNvSpPr/>
          <p:nvPr/>
        </p:nvSpPr>
        <p:spPr>
          <a:xfrm flipV="1">
            <a:off x="1981198" y="3934813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6B70DC-E11F-4E52-16B2-9B094C39FF28}"/>
              </a:ext>
            </a:extLst>
          </p:cNvPr>
          <p:cNvSpPr/>
          <p:nvPr/>
        </p:nvSpPr>
        <p:spPr>
          <a:xfrm flipV="1">
            <a:off x="1561474" y="4509577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09DEB88-694D-6E4A-C2DE-B3FD9DAFBCE0}"/>
              </a:ext>
            </a:extLst>
          </p:cNvPr>
          <p:cNvSpPr/>
          <p:nvPr/>
        </p:nvSpPr>
        <p:spPr>
          <a:xfrm flipV="1">
            <a:off x="1189263" y="5002360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115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B0C2CB27-BA8D-0C3F-1632-EAB537BB19E4}"/>
              </a:ext>
            </a:extLst>
          </p:cNvPr>
          <p:cNvSpPr/>
          <p:nvPr/>
        </p:nvSpPr>
        <p:spPr>
          <a:xfrm>
            <a:off x="542924" y="353695"/>
            <a:ext cx="6293305" cy="2622634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a query to find the city with the highest number of patient visits</a:t>
            </a:r>
            <a:r>
              <a:rPr lang="en-IN" sz="2800" b="1" dirty="0">
                <a:solidFill>
                  <a:schemeClr val="tx1"/>
                </a:solidFill>
              </a:rPr>
              <a:t>.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4EA66F6-6CB5-F2CE-F6F3-8A28EF757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AFF083B2-57DB-914E-1230-CAE4D295D6A4}"/>
              </a:ext>
            </a:extLst>
          </p:cNvPr>
          <p:cNvSpPr/>
          <p:nvPr/>
        </p:nvSpPr>
        <p:spPr>
          <a:xfrm flipV="1">
            <a:off x="1017815" y="4896184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6ABFA76-A110-6A9B-53D7-4E226ACE3DF2}"/>
              </a:ext>
            </a:extLst>
          </p:cNvPr>
          <p:cNvSpPr/>
          <p:nvPr/>
        </p:nvSpPr>
        <p:spPr>
          <a:xfrm flipV="1">
            <a:off x="1692727" y="3442864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0C06123-5683-6C3E-C770-64D3F8626491}"/>
              </a:ext>
            </a:extLst>
          </p:cNvPr>
          <p:cNvSpPr/>
          <p:nvPr/>
        </p:nvSpPr>
        <p:spPr>
          <a:xfrm flipV="1">
            <a:off x="1341666" y="4199336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FFE2126E-E42F-86B2-94F5-AB7B798EC8A2}"/>
              </a:ext>
            </a:extLst>
          </p:cNvPr>
          <p:cNvSpPr/>
          <p:nvPr/>
        </p:nvSpPr>
        <p:spPr>
          <a:xfrm>
            <a:off x="7500257" y="415200"/>
            <a:ext cx="4378779" cy="3797482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0DED449-9B50-6210-18DC-12CC6035F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102" y="732643"/>
            <a:ext cx="3950155" cy="2783443"/>
          </a:xfrm>
          <a:prstGeom prst="round2DiagRect">
            <a:avLst>
              <a:gd name="adj1" fmla="val 16667"/>
              <a:gd name="adj2" fmla="val 922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7BBBBD-D7A1-A3CF-5CAC-8B07F2B42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6985" y="3745705"/>
            <a:ext cx="3701141" cy="144728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2">
                <a:lumMod val="50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242489-83A3-4139-391E-8825E46645A1}"/>
              </a:ext>
            </a:extLst>
          </p:cNvPr>
          <p:cNvSpPr txBox="1"/>
          <p:nvPr/>
        </p:nvSpPr>
        <p:spPr>
          <a:xfrm>
            <a:off x="2144483" y="5616561"/>
            <a:ext cx="5105403" cy="646331"/>
          </a:xfrm>
          <a:prstGeom prst="rect">
            <a:avLst/>
          </a:prstGeom>
          <a:noFill/>
          <a:ln w="19050">
            <a:solidFill>
              <a:schemeClr val="bg2">
                <a:lumMod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Delhi is the most active city in terms of hospital visits, with a total of 6 appointments.</a:t>
            </a:r>
          </a:p>
        </p:txBody>
      </p:sp>
    </p:spTree>
    <p:extLst>
      <p:ext uri="{BB962C8B-B14F-4D97-AF65-F5344CB8AC3E}">
        <p14:creationId xmlns:p14="http://schemas.microsoft.com/office/powerpoint/2010/main" val="2012739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8DE4B-4BFA-AAB2-26DC-809CE763C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EBA5DA70-77C1-43DD-AD1A-3EC25464D7D5}"/>
              </a:ext>
            </a:extLst>
          </p:cNvPr>
          <p:cNvSpPr/>
          <p:nvPr/>
        </p:nvSpPr>
        <p:spPr>
          <a:xfrm>
            <a:off x="582499" y="353599"/>
            <a:ext cx="6406130" cy="2560686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Find the department that has the highest number of appointments where the consultation fee is less than ₹500.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BE6B82E-080C-07C6-CF9A-851652D7C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8B9A98CF-3294-FAC6-54D7-E325333D96FE}"/>
              </a:ext>
            </a:extLst>
          </p:cNvPr>
          <p:cNvSpPr/>
          <p:nvPr/>
        </p:nvSpPr>
        <p:spPr>
          <a:xfrm flipV="1">
            <a:off x="820959" y="4732102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23173BC-0CF0-AE17-CFC2-94833F3D93E8}"/>
              </a:ext>
            </a:extLst>
          </p:cNvPr>
          <p:cNvSpPr/>
          <p:nvPr/>
        </p:nvSpPr>
        <p:spPr>
          <a:xfrm flipV="1">
            <a:off x="1489672" y="3150886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CEE65CD-1A8A-51A2-1C57-F74403922A14}"/>
              </a:ext>
            </a:extLst>
          </p:cNvPr>
          <p:cNvSpPr/>
          <p:nvPr/>
        </p:nvSpPr>
        <p:spPr>
          <a:xfrm flipV="1">
            <a:off x="1144810" y="3939514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6969DB1B-A568-EFC8-4CFE-33998F3310D2}"/>
              </a:ext>
            </a:extLst>
          </p:cNvPr>
          <p:cNvSpPr/>
          <p:nvPr/>
        </p:nvSpPr>
        <p:spPr>
          <a:xfrm>
            <a:off x="7494235" y="388866"/>
            <a:ext cx="4384800" cy="3529991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36B621-DFBA-7236-E540-68F8FEEEF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787" y="640161"/>
            <a:ext cx="3839714" cy="277524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85C0B4-FCA0-2026-975E-A62E68202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593" y="3536453"/>
            <a:ext cx="4648849" cy="168132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85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perspective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9E1853-A922-97EA-29F2-A920C0B653FA}"/>
              </a:ext>
            </a:extLst>
          </p:cNvPr>
          <p:cNvSpPr txBox="1"/>
          <p:nvPr/>
        </p:nvSpPr>
        <p:spPr>
          <a:xfrm>
            <a:off x="2280445" y="5545804"/>
            <a:ext cx="5489342" cy="92333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just"/>
            <a:r>
              <a:rPr lang="en-IN" sz="1800" dirty="0"/>
              <a:t>The General department recorded 8 appointments with consultation fees below ₹500, making it the department with the highest number of low-cost consultations.</a:t>
            </a:r>
          </a:p>
        </p:txBody>
      </p:sp>
    </p:spTree>
    <p:extLst>
      <p:ext uri="{BB962C8B-B14F-4D97-AF65-F5344CB8AC3E}">
        <p14:creationId xmlns:p14="http://schemas.microsoft.com/office/powerpoint/2010/main" val="2665827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75A4B-7BDD-A6F5-E305-0D7DBB307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F330363E-F760-35D0-F776-32E1D25F0840}"/>
              </a:ext>
            </a:extLst>
          </p:cNvPr>
          <p:cNvSpPr/>
          <p:nvPr/>
        </p:nvSpPr>
        <p:spPr>
          <a:xfrm>
            <a:off x="694210" y="160987"/>
            <a:ext cx="6414161" cy="2677578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assign ROW_NUMBER(), RANK(), and DENSE_RANK() based on the consultation fee in the appointments table.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A227A0F-C8E1-64D7-4C39-32BDD4BBE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F53D2377-110E-CC29-5EFB-EAB00AF5658B}"/>
              </a:ext>
            </a:extLst>
          </p:cNvPr>
          <p:cNvSpPr/>
          <p:nvPr/>
        </p:nvSpPr>
        <p:spPr>
          <a:xfrm flipV="1">
            <a:off x="694210" y="4774916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93C8F1D-2A5B-702A-FD15-2EB517578EC9}"/>
              </a:ext>
            </a:extLst>
          </p:cNvPr>
          <p:cNvSpPr/>
          <p:nvPr/>
        </p:nvSpPr>
        <p:spPr>
          <a:xfrm flipV="1">
            <a:off x="1377044" y="3172940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2EA4684-ECEA-E8A5-04A6-6F001B49972E}"/>
              </a:ext>
            </a:extLst>
          </p:cNvPr>
          <p:cNvSpPr/>
          <p:nvPr/>
        </p:nvSpPr>
        <p:spPr>
          <a:xfrm flipV="1">
            <a:off x="999370" y="4001688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7572D134-FD77-42CD-E339-240F6FAB8BE3}"/>
              </a:ext>
            </a:extLst>
          </p:cNvPr>
          <p:cNvSpPr/>
          <p:nvPr/>
        </p:nvSpPr>
        <p:spPr>
          <a:xfrm>
            <a:off x="7665395" y="213250"/>
            <a:ext cx="4195536" cy="3084443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BE4E21-E025-AE40-B87D-18395B745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679" y="485851"/>
            <a:ext cx="3686968" cy="235271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AD8C69-89DB-5897-94D6-0A22213C8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146" y="3131094"/>
            <a:ext cx="4504928" cy="263047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685427-5AEF-D551-C059-76F33C2C9707}"/>
              </a:ext>
            </a:extLst>
          </p:cNvPr>
          <p:cNvSpPr txBox="1"/>
          <p:nvPr/>
        </p:nvSpPr>
        <p:spPr>
          <a:xfrm>
            <a:off x="1807029" y="5998419"/>
            <a:ext cx="9568542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ROW_NUMBER() </a:t>
            </a:r>
            <a:r>
              <a:rPr lang="en-IN" dirty="0"/>
              <a:t>gives unique positions, </a:t>
            </a:r>
            <a:r>
              <a:rPr lang="en-IN" dirty="0">
                <a:solidFill>
                  <a:schemeClr val="accent1"/>
                </a:solidFill>
              </a:rPr>
              <a:t>RANK() </a:t>
            </a:r>
            <a:r>
              <a:rPr lang="en-IN" dirty="0"/>
              <a:t>allows ties with gaps, and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DENSE_RANK() </a:t>
            </a:r>
            <a:r>
              <a:rPr lang="en-IN" dirty="0"/>
              <a:t>allows ties without gaps, making them useful for different ranking scenarios.</a:t>
            </a:r>
          </a:p>
        </p:txBody>
      </p:sp>
    </p:spTree>
    <p:extLst>
      <p:ext uri="{BB962C8B-B14F-4D97-AF65-F5344CB8AC3E}">
        <p14:creationId xmlns:p14="http://schemas.microsoft.com/office/powerpoint/2010/main" val="492748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B7B11-DEDD-3D05-9F6C-2E2027FA1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C370AB73-06F4-7C08-0635-41BE4E4DC54E}"/>
              </a:ext>
            </a:extLst>
          </p:cNvPr>
          <p:cNvSpPr/>
          <p:nvPr/>
        </p:nvSpPr>
        <p:spPr>
          <a:xfrm>
            <a:off x="413657" y="180728"/>
            <a:ext cx="6411686" cy="2467433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show the number of appointments in each month for every department.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97A4626-9935-0D25-6B08-E5E813313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54295571-66FA-4B35-1409-ADDDC365677C}"/>
              </a:ext>
            </a:extLst>
          </p:cNvPr>
          <p:cNvSpPr/>
          <p:nvPr/>
        </p:nvSpPr>
        <p:spPr>
          <a:xfrm flipV="1">
            <a:off x="744625" y="4922131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4CAFD50-6AFA-39BF-3D1E-BE032C005EF0}"/>
              </a:ext>
            </a:extLst>
          </p:cNvPr>
          <p:cNvSpPr/>
          <p:nvPr/>
        </p:nvSpPr>
        <p:spPr>
          <a:xfrm flipV="1">
            <a:off x="1432076" y="3133768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4BDACBB-5BD9-F18D-11F6-8DDDDA3DF121}"/>
              </a:ext>
            </a:extLst>
          </p:cNvPr>
          <p:cNvSpPr/>
          <p:nvPr/>
        </p:nvSpPr>
        <p:spPr>
          <a:xfrm flipV="1">
            <a:off x="1096006" y="4049208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C6087BE7-E0DE-F0AF-A058-3D2FAE58C16D}"/>
              </a:ext>
            </a:extLst>
          </p:cNvPr>
          <p:cNvSpPr/>
          <p:nvPr/>
        </p:nvSpPr>
        <p:spPr>
          <a:xfrm>
            <a:off x="8001000" y="207372"/>
            <a:ext cx="3951515" cy="3472000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C532DE-E0D1-DC51-BD1A-DE945B457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200" y="457760"/>
            <a:ext cx="3475113" cy="257898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60C989-739A-3E05-6DB9-5D13DF382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403" y="2900384"/>
            <a:ext cx="2603042" cy="288471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B2A22A-FB5F-369A-06CA-C9D7193CDC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7645" y="2815854"/>
            <a:ext cx="2458135" cy="296924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D2F5B3-067B-CCE5-BE8B-56F744132C75}"/>
              </a:ext>
            </a:extLst>
          </p:cNvPr>
          <p:cNvSpPr txBox="1"/>
          <p:nvPr/>
        </p:nvSpPr>
        <p:spPr>
          <a:xfrm>
            <a:off x="2134203" y="6004298"/>
            <a:ext cx="8522642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result provides a monthly breakdown of appointments for each department, helping identify departments with higher patient activity.</a:t>
            </a:r>
          </a:p>
        </p:txBody>
      </p:sp>
    </p:spTree>
    <p:extLst>
      <p:ext uri="{BB962C8B-B14F-4D97-AF65-F5344CB8AC3E}">
        <p14:creationId xmlns:p14="http://schemas.microsoft.com/office/powerpoint/2010/main" val="1454660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75186-A56A-62CF-F1AA-BB18D766C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7A13CB34-58BA-D4DA-6706-CFD35C4E1EB4}"/>
              </a:ext>
            </a:extLst>
          </p:cNvPr>
          <p:cNvSpPr/>
          <p:nvPr/>
        </p:nvSpPr>
        <p:spPr>
          <a:xfrm>
            <a:off x="312963" y="210087"/>
            <a:ext cx="7154101" cy="3550554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total, average, maximum, minimum consultation fee, and total appointments for each doctor in each department. Display the result in descending order of total appointments.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52BE569-829C-A4F8-E2A1-F2E30B004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565B1AAD-4D53-CB89-D3BB-BA924989F9C0}"/>
              </a:ext>
            </a:extLst>
          </p:cNvPr>
          <p:cNvSpPr/>
          <p:nvPr/>
        </p:nvSpPr>
        <p:spPr>
          <a:xfrm flipV="1">
            <a:off x="1045029" y="4924658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021E875-BBB2-391C-9560-DA8B3855C8DF}"/>
              </a:ext>
            </a:extLst>
          </p:cNvPr>
          <p:cNvSpPr/>
          <p:nvPr/>
        </p:nvSpPr>
        <p:spPr>
          <a:xfrm flipV="1">
            <a:off x="1728108" y="3814463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A8EEF78-BF16-8C04-5D84-4C5ED209D421}"/>
              </a:ext>
            </a:extLst>
          </p:cNvPr>
          <p:cNvSpPr/>
          <p:nvPr/>
        </p:nvSpPr>
        <p:spPr>
          <a:xfrm flipV="1">
            <a:off x="1409702" y="4347626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A391915C-4223-7D57-2CBD-6ACC3A713030}"/>
              </a:ext>
            </a:extLst>
          </p:cNvPr>
          <p:cNvSpPr/>
          <p:nvPr/>
        </p:nvSpPr>
        <p:spPr>
          <a:xfrm>
            <a:off x="7683501" y="415200"/>
            <a:ext cx="4195536" cy="3550554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617DEB-7B02-C217-41C3-087306E6B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034" y="607707"/>
            <a:ext cx="3844470" cy="269191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8660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7FB0-9DB0-9AB1-EFEC-557D47BCE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03CA28B7-4A83-5503-53F6-EB3AE2EC95CC}"/>
              </a:ext>
            </a:extLst>
          </p:cNvPr>
          <p:cNvSpPr/>
          <p:nvPr/>
        </p:nvSpPr>
        <p:spPr>
          <a:xfrm flipH="1">
            <a:off x="588858" y="446145"/>
            <a:ext cx="10971770" cy="5900226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tx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D058A-64C9-1542-2036-BC5ACDE0C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0" y="5864109"/>
            <a:ext cx="805544" cy="9938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B84883-E538-EEE5-EBD6-D8AC96951E3D}"/>
              </a:ext>
            </a:extLst>
          </p:cNvPr>
          <p:cNvSpPr txBox="1"/>
          <p:nvPr/>
        </p:nvSpPr>
        <p:spPr>
          <a:xfrm>
            <a:off x="748480" y="688310"/>
            <a:ext cx="67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E3A79E-35D2-3242-A98D-B938CBC86991}"/>
              </a:ext>
            </a:extLst>
          </p:cNvPr>
          <p:cNvSpPr/>
          <p:nvPr/>
        </p:nvSpPr>
        <p:spPr>
          <a:xfrm>
            <a:off x="6420051" y="2009273"/>
            <a:ext cx="356134" cy="32625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B47896-B7C1-10D8-59DE-EC0DE90D9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44" y="1366726"/>
            <a:ext cx="2690376" cy="345974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3C1D88-E52E-FC3E-9BDB-52D828316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298" y="1323488"/>
            <a:ext cx="2847989" cy="345974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4C1884-7E3C-9DC3-023D-AB5565240B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450" y="1323488"/>
            <a:ext cx="4031790" cy="154326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FA5625-8487-190B-B362-F11D1F23BD2D}"/>
              </a:ext>
            </a:extLst>
          </p:cNvPr>
          <p:cNvSpPr txBox="1"/>
          <p:nvPr/>
        </p:nvSpPr>
        <p:spPr>
          <a:xfrm>
            <a:off x="1774371" y="5182103"/>
            <a:ext cx="6291943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query helps identify the busiest doctors and compare their consultation fee details across different departments.</a:t>
            </a:r>
          </a:p>
        </p:txBody>
      </p:sp>
    </p:spTree>
    <p:extLst>
      <p:ext uri="{BB962C8B-B14F-4D97-AF65-F5344CB8AC3E}">
        <p14:creationId xmlns:p14="http://schemas.microsoft.com/office/powerpoint/2010/main" val="3265873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048CA-2098-2515-1108-48151C8B4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511E9560-CCB1-F06C-63D3-27723A42282B}"/>
              </a:ext>
            </a:extLst>
          </p:cNvPr>
          <p:cNvSpPr/>
          <p:nvPr/>
        </p:nvSpPr>
        <p:spPr>
          <a:xfrm>
            <a:off x="411567" y="185057"/>
            <a:ext cx="6141634" cy="2413873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2nd and 4th highest consultation fees in each department from the appointments table.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D6D5A00-39B6-1E0E-E4B2-304ED6B0F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8BD53365-4C86-EF8B-AE42-8994DFB80C3C}"/>
              </a:ext>
            </a:extLst>
          </p:cNvPr>
          <p:cNvSpPr/>
          <p:nvPr/>
        </p:nvSpPr>
        <p:spPr>
          <a:xfrm flipV="1">
            <a:off x="842171" y="4824204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94E440B-4351-0D38-1624-25970DA0E62B}"/>
              </a:ext>
            </a:extLst>
          </p:cNvPr>
          <p:cNvSpPr/>
          <p:nvPr/>
        </p:nvSpPr>
        <p:spPr>
          <a:xfrm flipV="1">
            <a:off x="1487406" y="2960170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5BE774-03EE-4C9F-C8F9-763E3BD1CEDD}"/>
              </a:ext>
            </a:extLst>
          </p:cNvPr>
          <p:cNvSpPr/>
          <p:nvPr/>
        </p:nvSpPr>
        <p:spPr>
          <a:xfrm flipV="1">
            <a:off x="1123914" y="3897830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F301B00B-AD18-8F01-9AEB-05C7577CEF6A}"/>
              </a:ext>
            </a:extLst>
          </p:cNvPr>
          <p:cNvSpPr/>
          <p:nvPr/>
        </p:nvSpPr>
        <p:spPr>
          <a:xfrm>
            <a:off x="7683501" y="415200"/>
            <a:ext cx="4195536" cy="3550554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7E922F-29ED-DACB-0235-01FA212EF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155" y="673563"/>
            <a:ext cx="3744227" cy="268565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A32789-4605-545B-B7B3-49F28A143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057" y="3148138"/>
            <a:ext cx="2242755" cy="339137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286366-162F-E5D0-A22E-C8ABA591F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779" y="3463806"/>
            <a:ext cx="2242755" cy="128605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4C335B-9949-2195-62D3-C723578F3EBE}"/>
              </a:ext>
            </a:extLst>
          </p:cNvPr>
          <p:cNvSpPr txBox="1"/>
          <p:nvPr/>
        </p:nvSpPr>
        <p:spPr>
          <a:xfrm>
            <a:off x="5037141" y="5313474"/>
            <a:ext cx="2646360" cy="1200329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It helps identify important consultation fee levels by ranking fees within each department.</a:t>
            </a:r>
          </a:p>
        </p:txBody>
      </p:sp>
    </p:spTree>
    <p:extLst>
      <p:ext uri="{BB962C8B-B14F-4D97-AF65-F5344CB8AC3E}">
        <p14:creationId xmlns:p14="http://schemas.microsoft.com/office/powerpoint/2010/main" val="3421362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A452C-8938-B4BC-5C22-48525998E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CD4505FA-F343-66DA-0039-BB46444C18D1}"/>
              </a:ext>
            </a:extLst>
          </p:cNvPr>
          <p:cNvSpPr/>
          <p:nvPr/>
        </p:nvSpPr>
        <p:spPr>
          <a:xfrm>
            <a:off x="664029" y="210087"/>
            <a:ext cx="6117771" cy="2730776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all female patients from each city who were born in the year 1991.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2F73317-F97D-D2C6-F8DE-5EF52C531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0B68D5DB-F5E1-5BD1-0A40-96D09F0CEFE5}"/>
              </a:ext>
            </a:extLst>
          </p:cNvPr>
          <p:cNvSpPr/>
          <p:nvPr/>
        </p:nvSpPr>
        <p:spPr>
          <a:xfrm flipV="1">
            <a:off x="895665" y="4843589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EEE3204-720B-553A-36FB-777D0E739460}"/>
              </a:ext>
            </a:extLst>
          </p:cNvPr>
          <p:cNvSpPr/>
          <p:nvPr/>
        </p:nvSpPr>
        <p:spPr>
          <a:xfrm flipV="1">
            <a:off x="1600198" y="3254998"/>
            <a:ext cx="702127" cy="30100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8919574-3F72-9B47-C19B-3C298AA6720D}"/>
              </a:ext>
            </a:extLst>
          </p:cNvPr>
          <p:cNvSpPr/>
          <p:nvPr/>
        </p:nvSpPr>
        <p:spPr>
          <a:xfrm flipV="1">
            <a:off x="1251857" y="4108180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FAFC4ED5-82BC-15C3-458D-872E7BA65DB9}"/>
              </a:ext>
            </a:extLst>
          </p:cNvPr>
          <p:cNvSpPr/>
          <p:nvPr/>
        </p:nvSpPr>
        <p:spPr>
          <a:xfrm>
            <a:off x="7683500" y="415200"/>
            <a:ext cx="4330699" cy="3797482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36F16E-0B25-2F6E-8B9D-B6E9081E4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573" y="642056"/>
            <a:ext cx="3687960" cy="291394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43E794-6B9A-4E64-6498-EB91B0679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0543" y="3940076"/>
            <a:ext cx="4071257" cy="90351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7030-0B90-EEAD-9CBE-194BF7E5FDC4}"/>
              </a:ext>
            </a:extLst>
          </p:cNvPr>
          <p:cNvSpPr txBox="1"/>
          <p:nvPr/>
        </p:nvSpPr>
        <p:spPr>
          <a:xfrm>
            <a:off x="2302325" y="5318294"/>
            <a:ext cx="5381175" cy="92333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provides a city-wise list of female patients born in 1991, making it easy to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patient records based on gender and birth year.</a:t>
            </a:r>
          </a:p>
        </p:txBody>
      </p:sp>
    </p:spTree>
    <p:extLst>
      <p:ext uri="{BB962C8B-B14F-4D97-AF65-F5344CB8AC3E}">
        <p14:creationId xmlns:p14="http://schemas.microsoft.com/office/powerpoint/2010/main" val="2144690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23F2D-E0D1-C221-547E-746D62843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455A51E1-754A-D055-C118-B63ACFB4DC32}"/>
              </a:ext>
            </a:extLst>
          </p:cNvPr>
          <p:cNvSpPr/>
          <p:nvPr/>
        </p:nvSpPr>
        <p:spPr>
          <a:xfrm>
            <a:off x="312963" y="168272"/>
            <a:ext cx="5989866" cy="2542272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longest gap (in days) between two consecutive appointments for each patient.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A6DE712-975A-DCD1-FA9A-C195A8F0A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269C41CC-3D22-FBDC-8E76-22A3812E3F04}"/>
              </a:ext>
            </a:extLst>
          </p:cNvPr>
          <p:cNvSpPr/>
          <p:nvPr/>
        </p:nvSpPr>
        <p:spPr>
          <a:xfrm flipV="1">
            <a:off x="897025" y="4544725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1BCA36F-F92B-41DC-90DE-1D2AD7A7FDCE}"/>
              </a:ext>
            </a:extLst>
          </p:cNvPr>
          <p:cNvSpPr/>
          <p:nvPr/>
        </p:nvSpPr>
        <p:spPr>
          <a:xfrm flipV="1">
            <a:off x="1313973" y="2881764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2E49997-DADF-8964-B9CB-AFA3C485B9CE}"/>
              </a:ext>
            </a:extLst>
          </p:cNvPr>
          <p:cNvSpPr/>
          <p:nvPr/>
        </p:nvSpPr>
        <p:spPr>
          <a:xfrm flipV="1">
            <a:off x="1079931" y="3712447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F8B1E7EE-63BF-0984-5101-B4EC82823047}"/>
              </a:ext>
            </a:extLst>
          </p:cNvPr>
          <p:cNvSpPr/>
          <p:nvPr/>
        </p:nvSpPr>
        <p:spPr>
          <a:xfrm>
            <a:off x="7500257" y="415200"/>
            <a:ext cx="4378780" cy="3166200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4AA4DF-A206-6644-7BAB-F2DEDDDAF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751680"/>
            <a:ext cx="3831771" cy="213201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C96A48-24B3-3AED-EA8D-D3669C8A9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867" y="3006497"/>
            <a:ext cx="1934246" cy="271420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CFA75E-553E-6AD4-F959-9E581C3AD1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980" y="2635303"/>
            <a:ext cx="1862441" cy="302430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E7B7DC-2077-9957-AD50-51B9DD023D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288" y="3791957"/>
            <a:ext cx="1746876" cy="196242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005DAF-2906-7025-C9FA-F7B8182A1CC0}"/>
              </a:ext>
            </a:extLst>
          </p:cNvPr>
          <p:cNvSpPr txBox="1"/>
          <p:nvPr/>
        </p:nvSpPr>
        <p:spPr>
          <a:xfrm>
            <a:off x="2016100" y="5964938"/>
            <a:ext cx="8260015" cy="646331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identifies the maximum number of days between consecutive appointments for each patient, helping track the time interval between patient visits.</a:t>
            </a:r>
          </a:p>
        </p:txBody>
      </p:sp>
    </p:spTree>
    <p:extLst>
      <p:ext uri="{BB962C8B-B14F-4D97-AF65-F5344CB8AC3E}">
        <p14:creationId xmlns:p14="http://schemas.microsoft.com/office/powerpoint/2010/main" val="2930388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8DD76-79AE-1D77-9A96-9D99EC388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4E417978-C465-4F02-1C8B-1F94BB609FB3}"/>
              </a:ext>
            </a:extLst>
          </p:cNvPr>
          <p:cNvSpPr/>
          <p:nvPr/>
        </p:nvSpPr>
        <p:spPr>
          <a:xfrm>
            <a:off x="664029" y="210087"/>
            <a:ext cx="5431971" cy="2293627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patients whose age is between 20 and 30 years.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FAC4222-2F4A-3D7E-70F7-E034FEBC0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F1EDA3D3-22DF-74E1-F8C2-A7FC8A1763CD}"/>
              </a:ext>
            </a:extLst>
          </p:cNvPr>
          <p:cNvSpPr/>
          <p:nvPr/>
        </p:nvSpPr>
        <p:spPr>
          <a:xfrm flipV="1">
            <a:off x="1069520" y="4726189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3F321FE-D0F7-1174-F9D4-F34DC896979C}"/>
              </a:ext>
            </a:extLst>
          </p:cNvPr>
          <p:cNvSpPr/>
          <p:nvPr/>
        </p:nvSpPr>
        <p:spPr>
          <a:xfrm flipV="1">
            <a:off x="1728108" y="2891963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7B41510-7652-E48B-33EA-34527C78B8A7}"/>
              </a:ext>
            </a:extLst>
          </p:cNvPr>
          <p:cNvSpPr/>
          <p:nvPr/>
        </p:nvSpPr>
        <p:spPr>
          <a:xfrm flipV="1">
            <a:off x="1405618" y="3806502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CA34EC61-7A63-E54E-254A-BB9CC366F1FF}"/>
              </a:ext>
            </a:extLst>
          </p:cNvPr>
          <p:cNvSpPr/>
          <p:nvPr/>
        </p:nvSpPr>
        <p:spPr>
          <a:xfrm>
            <a:off x="7417256" y="255948"/>
            <a:ext cx="4195536" cy="3550554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ED7CA4-5F51-9E8D-EFF4-DB0DAA815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782" y="533904"/>
            <a:ext cx="3668484" cy="262258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5A2184-EBA7-D65D-1007-A9FE1A837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761" y="2891963"/>
            <a:ext cx="3191829" cy="263634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BA1893-29EC-BD62-279D-70D9083400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5703" y="5761964"/>
            <a:ext cx="3191830" cy="88594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B50135-F04A-2A3D-A6C1-159F2A5D64C2}"/>
              </a:ext>
            </a:extLst>
          </p:cNvPr>
          <p:cNvSpPr txBox="1"/>
          <p:nvPr/>
        </p:nvSpPr>
        <p:spPr>
          <a:xfrm>
            <a:off x="6297640" y="4462399"/>
            <a:ext cx="2766284" cy="1477328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retrieves all patients aged between 20 and 30 years, making it easier to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patients within a specific age group.</a:t>
            </a:r>
          </a:p>
        </p:txBody>
      </p:sp>
    </p:spTree>
    <p:extLst>
      <p:ext uri="{BB962C8B-B14F-4D97-AF65-F5344CB8AC3E}">
        <p14:creationId xmlns:p14="http://schemas.microsoft.com/office/powerpoint/2010/main" val="1396539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89EE6-B908-B256-5CCB-2325FF7D4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F570E293-A035-76DC-4DD3-54E369352C9E}"/>
              </a:ext>
            </a:extLst>
          </p:cNvPr>
          <p:cNvSpPr/>
          <p:nvPr/>
        </p:nvSpPr>
        <p:spPr>
          <a:xfrm>
            <a:off x="664029" y="210087"/>
            <a:ext cx="5431971" cy="2054142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youngest patient in each city using a subquery.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F55B83A-3230-CDEC-8281-37A4D8129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8FEC6AFF-5DBE-E0C5-4E21-C3F86919EA2F}"/>
              </a:ext>
            </a:extLst>
          </p:cNvPr>
          <p:cNvSpPr/>
          <p:nvPr/>
        </p:nvSpPr>
        <p:spPr>
          <a:xfrm flipV="1">
            <a:off x="783773" y="4513487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1A667D4-9D12-DDC1-9FB8-D2F9B6A05D30}"/>
              </a:ext>
            </a:extLst>
          </p:cNvPr>
          <p:cNvSpPr/>
          <p:nvPr/>
        </p:nvSpPr>
        <p:spPr>
          <a:xfrm flipV="1">
            <a:off x="1413782" y="2478049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C278509-B9E9-8FC5-46CC-10AAA360E7C7}"/>
              </a:ext>
            </a:extLst>
          </p:cNvPr>
          <p:cNvSpPr/>
          <p:nvPr/>
        </p:nvSpPr>
        <p:spPr>
          <a:xfrm flipV="1">
            <a:off x="1107624" y="3499565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F7BFF08E-AE24-2A0C-E3AA-71694852A1B0}"/>
              </a:ext>
            </a:extLst>
          </p:cNvPr>
          <p:cNvSpPr/>
          <p:nvPr/>
        </p:nvSpPr>
        <p:spPr>
          <a:xfrm>
            <a:off x="7393668" y="212274"/>
            <a:ext cx="4195536" cy="3550554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4E7D1A-54E7-4A3A-53CA-5BB256BA3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219" y="464458"/>
            <a:ext cx="3615871" cy="26543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D460F9-9400-A3E9-ABDE-30E22B45A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2237" y="2674828"/>
            <a:ext cx="2163104" cy="301760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348469-A7F6-61F7-E8DC-A6393B709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576" y="2610311"/>
            <a:ext cx="2353581" cy="301760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E96AAE-46ED-4473-0391-58AA54C0DE9A}"/>
              </a:ext>
            </a:extLst>
          </p:cNvPr>
          <p:cNvSpPr txBox="1"/>
          <p:nvPr/>
        </p:nvSpPr>
        <p:spPr>
          <a:xfrm flipH="1">
            <a:off x="1961696" y="5973996"/>
            <a:ext cx="5745389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It uses a subquery to identify the youngest patient in each city by selecting the latest date of birth.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85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7353A-38F9-7235-319D-AA75A9E63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923A19C4-27D1-6C65-CB5C-5B73B8360763}"/>
              </a:ext>
            </a:extLst>
          </p:cNvPr>
          <p:cNvSpPr/>
          <p:nvPr/>
        </p:nvSpPr>
        <p:spPr>
          <a:xfrm>
            <a:off x="358401" y="123089"/>
            <a:ext cx="6289768" cy="3063085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Create views to simplify data retrieval by displaying all patient records, General department patient details, doctor-wise total consultation fee, average consultation fee by appointment date.</a:t>
            </a:r>
            <a:endPara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0E83832-3BC5-4ED8-EFDF-C389AC7D4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361275CD-1622-C879-7FE1-086C90827F75}"/>
              </a:ext>
            </a:extLst>
          </p:cNvPr>
          <p:cNvSpPr/>
          <p:nvPr/>
        </p:nvSpPr>
        <p:spPr>
          <a:xfrm flipV="1">
            <a:off x="744625" y="4770453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3AE9F90-0C8A-B967-58E7-3E474A58A342}"/>
              </a:ext>
            </a:extLst>
          </p:cNvPr>
          <p:cNvSpPr/>
          <p:nvPr/>
        </p:nvSpPr>
        <p:spPr>
          <a:xfrm flipV="1">
            <a:off x="1302518" y="3131638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3A5B29F-3EDF-8AB7-5A4C-E5BFC394D400}"/>
              </a:ext>
            </a:extLst>
          </p:cNvPr>
          <p:cNvSpPr/>
          <p:nvPr/>
        </p:nvSpPr>
        <p:spPr>
          <a:xfrm flipV="1">
            <a:off x="1068476" y="3978264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3A144061-30B7-313E-9AED-DCB83F6D93B2}"/>
              </a:ext>
            </a:extLst>
          </p:cNvPr>
          <p:cNvSpPr/>
          <p:nvPr/>
        </p:nvSpPr>
        <p:spPr>
          <a:xfrm>
            <a:off x="7638064" y="415200"/>
            <a:ext cx="4195536" cy="3198857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VVVV</a:t>
            </a:r>
            <a:endParaRPr lang="en-IN" dirty="0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5A7F4E36-3684-9704-70D7-DEC70DD66686}"/>
              </a:ext>
            </a:extLst>
          </p:cNvPr>
          <p:cNvSpPr/>
          <p:nvPr/>
        </p:nvSpPr>
        <p:spPr>
          <a:xfrm>
            <a:off x="2775852" y="4770453"/>
            <a:ext cx="3080662" cy="1808525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51AFFCD6-7D45-FC08-73F8-C376D466417C}"/>
              </a:ext>
            </a:extLst>
          </p:cNvPr>
          <p:cNvSpPr/>
          <p:nvPr/>
        </p:nvSpPr>
        <p:spPr>
          <a:xfrm>
            <a:off x="6096000" y="4770452"/>
            <a:ext cx="2785686" cy="1790709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18F5BA-849D-F0F7-7D8C-124D34E8B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339" y="5176003"/>
            <a:ext cx="2572959" cy="99742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FB0D29-36D6-945D-FD2B-50FD2FC3D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022" y="5093633"/>
            <a:ext cx="2367642" cy="89570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9AA0823-ED95-8E62-9476-C7A9186E0D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3232" y="776800"/>
            <a:ext cx="3505200" cy="227459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D66B9DC8-6944-167D-FD1A-413C45C59686}"/>
              </a:ext>
            </a:extLst>
          </p:cNvPr>
          <p:cNvSpPr/>
          <p:nvPr/>
        </p:nvSpPr>
        <p:spPr>
          <a:xfrm>
            <a:off x="4735286" y="3003126"/>
            <a:ext cx="2521067" cy="1503559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F7C2E3-5161-D75C-42A9-41E487676C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8759" y="3305056"/>
            <a:ext cx="1734120" cy="73354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461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D32EC-F369-6D77-B2EC-A1E38B4BC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531EF744-CE5B-774E-16A5-22CEB9FB29BF}"/>
              </a:ext>
            </a:extLst>
          </p:cNvPr>
          <p:cNvSpPr/>
          <p:nvPr/>
        </p:nvSpPr>
        <p:spPr>
          <a:xfrm flipH="1">
            <a:off x="402770" y="598714"/>
            <a:ext cx="11114315" cy="5453745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tx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BE507D-E0F2-4350-1939-1BAE7F82B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" y="5834369"/>
            <a:ext cx="805544" cy="9938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5525032-5E51-CC08-724B-E61926D7F56F}"/>
              </a:ext>
            </a:extLst>
          </p:cNvPr>
          <p:cNvSpPr txBox="1"/>
          <p:nvPr/>
        </p:nvSpPr>
        <p:spPr>
          <a:xfrm>
            <a:off x="1354871" y="805541"/>
            <a:ext cx="67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6108D2-3C3C-02FA-6807-FFF66B570D51}"/>
              </a:ext>
            </a:extLst>
          </p:cNvPr>
          <p:cNvSpPr/>
          <p:nvPr/>
        </p:nvSpPr>
        <p:spPr>
          <a:xfrm>
            <a:off x="6420051" y="2009273"/>
            <a:ext cx="356134" cy="32625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FE9216-A267-42D0-7D45-12378B8F9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692" y="1097342"/>
            <a:ext cx="4173547" cy="151594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384F29-0692-A847-AD87-16DDAD835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289" y="2789181"/>
            <a:ext cx="2867009" cy="2392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8E28F9-FE84-EFC4-491C-24F5223A15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3097" y="2841252"/>
            <a:ext cx="2523088" cy="24643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8F5803-83BF-A57E-DFEF-D86801C659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0984" y="2849207"/>
            <a:ext cx="2266889" cy="240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45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D7C0-38B7-9833-25E4-13E19CB13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C8D89625-7A82-0210-6441-BD6724FD5350}"/>
              </a:ext>
            </a:extLst>
          </p:cNvPr>
          <p:cNvSpPr/>
          <p:nvPr/>
        </p:nvSpPr>
        <p:spPr>
          <a:xfrm flipH="1">
            <a:off x="610631" y="446144"/>
            <a:ext cx="10776857" cy="5584372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tx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2B0AD5-B324-2673-E6A3-6527E9572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" y="5834369"/>
            <a:ext cx="805544" cy="9938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5505A7-22CB-6B79-259B-A9CC6B83F8C8}"/>
              </a:ext>
            </a:extLst>
          </p:cNvPr>
          <p:cNvSpPr txBox="1"/>
          <p:nvPr/>
        </p:nvSpPr>
        <p:spPr>
          <a:xfrm>
            <a:off x="1354871" y="805541"/>
            <a:ext cx="679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A7D5D7-6132-5A85-E768-09A19F455282}"/>
              </a:ext>
            </a:extLst>
          </p:cNvPr>
          <p:cNvSpPr/>
          <p:nvPr/>
        </p:nvSpPr>
        <p:spPr>
          <a:xfrm>
            <a:off x="6420051" y="2009273"/>
            <a:ext cx="356134" cy="32625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2D6A40-D519-D397-E4A9-8DCFED7A8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90" y="1617510"/>
            <a:ext cx="2534004" cy="34294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54AF52-2C47-34D6-49B6-A49EFA8DC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962" y="1715404"/>
            <a:ext cx="2722974" cy="34271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51015F-8468-7AD5-89F5-246006BB6C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8845" y="1715404"/>
            <a:ext cx="2667372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78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C35C-040F-8B25-DF61-EDC8386F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488E5070-D2AC-0606-B342-7FDA89380995}"/>
              </a:ext>
            </a:extLst>
          </p:cNvPr>
          <p:cNvSpPr/>
          <p:nvPr/>
        </p:nvSpPr>
        <p:spPr>
          <a:xfrm>
            <a:off x="713014" y="296839"/>
            <a:ext cx="6580415" cy="2427083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total number of distinct cities in the patient table</a:t>
            </a:r>
            <a:r>
              <a:rPr lang="en-IN" sz="2400" b="1" dirty="0"/>
              <a:t>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1C9ED36-2CBA-4B4E-AF1F-9F1FD1C71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79A338A9-AF71-8C5E-D63D-3F716D1E186C}"/>
              </a:ext>
            </a:extLst>
          </p:cNvPr>
          <p:cNvSpPr/>
          <p:nvPr/>
        </p:nvSpPr>
        <p:spPr>
          <a:xfrm flipV="1">
            <a:off x="1068475" y="4791924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67C4291-68CB-6C0D-C947-970EAC5FD559}"/>
              </a:ext>
            </a:extLst>
          </p:cNvPr>
          <p:cNvSpPr/>
          <p:nvPr/>
        </p:nvSpPr>
        <p:spPr>
          <a:xfrm flipV="1">
            <a:off x="1921326" y="3164477"/>
            <a:ext cx="702127" cy="20900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C018B16-9BFD-713F-E7A0-B6FF47B0ADBF}"/>
              </a:ext>
            </a:extLst>
          </p:cNvPr>
          <p:cNvSpPr/>
          <p:nvPr/>
        </p:nvSpPr>
        <p:spPr>
          <a:xfrm flipV="1">
            <a:off x="1494066" y="3998822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207EB79E-1B1D-1616-41D8-E9C8F74F3583}"/>
              </a:ext>
            </a:extLst>
          </p:cNvPr>
          <p:cNvSpPr/>
          <p:nvPr/>
        </p:nvSpPr>
        <p:spPr>
          <a:xfrm>
            <a:off x="7683501" y="415200"/>
            <a:ext cx="4195536" cy="3550554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B01CD0-35C8-2243-1C2A-D05CAE5A2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149" y="763466"/>
            <a:ext cx="3645122" cy="241411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D964C0-E50B-30BA-701C-A041382BF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778" y="3679371"/>
            <a:ext cx="2708596" cy="119836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0092B9-5646-A811-54D0-CD0511994C88}"/>
              </a:ext>
            </a:extLst>
          </p:cNvPr>
          <p:cNvSpPr txBox="1"/>
          <p:nvPr/>
        </p:nvSpPr>
        <p:spPr>
          <a:xfrm rot="10800000" flipH="1" flipV="1">
            <a:off x="2253343" y="5318294"/>
            <a:ext cx="5279571" cy="923330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counts only unique city names, providing the total number of different cities represented in the patient table.</a:t>
            </a:r>
          </a:p>
        </p:txBody>
      </p:sp>
    </p:spTree>
    <p:extLst>
      <p:ext uri="{BB962C8B-B14F-4D97-AF65-F5344CB8AC3E}">
        <p14:creationId xmlns:p14="http://schemas.microsoft.com/office/powerpoint/2010/main" val="4267762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D49E8-24D9-D96B-E8BD-4D17B1556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87D09DD2-C2D4-BCB0-D2B5-5838EE63D478}"/>
              </a:ext>
            </a:extLst>
          </p:cNvPr>
          <p:cNvSpPr/>
          <p:nvPr/>
        </p:nvSpPr>
        <p:spPr>
          <a:xfrm>
            <a:off x="478971" y="296840"/>
            <a:ext cx="6853464" cy="2283074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F60FFF0-3EE1-A1E8-34B2-4A77EB0ECE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1044B5D7-04E9-5A5E-2830-F1050C1B7AD4}"/>
              </a:ext>
            </a:extLst>
          </p:cNvPr>
          <p:cNvSpPr/>
          <p:nvPr/>
        </p:nvSpPr>
        <p:spPr>
          <a:xfrm flipV="1">
            <a:off x="1089931" y="4552417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080C629-3F4B-276B-F4CA-7095DB49A1ED}"/>
              </a:ext>
            </a:extLst>
          </p:cNvPr>
          <p:cNvSpPr/>
          <p:nvPr/>
        </p:nvSpPr>
        <p:spPr>
          <a:xfrm flipV="1">
            <a:off x="1728108" y="2973702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2D28F69-9F69-39F7-7C86-60CCA7534934}"/>
              </a:ext>
            </a:extLst>
          </p:cNvPr>
          <p:cNvSpPr/>
          <p:nvPr/>
        </p:nvSpPr>
        <p:spPr>
          <a:xfrm flipV="1">
            <a:off x="1413782" y="3738107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DE98B619-7F54-516D-30CD-C4F644D02663}"/>
              </a:ext>
            </a:extLst>
          </p:cNvPr>
          <p:cNvSpPr/>
          <p:nvPr/>
        </p:nvSpPr>
        <p:spPr>
          <a:xfrm>
            <a:off x="7683501" y="415200"/>
            <a:ext cx="4195536" cy="3550554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7CB42D-5C0B-196A-C65C-E3B3BB38D26B}"/>
              </a:ext>
            </a:extLst>
          </p:cNvPr>
          <p:cNvSpPr txBox="1"/>
          <p:nvPr/>
        </p:nvSpPr>
        <p:spPr>
          <a:xfrm>
            <a:off x="906551" y="90159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display each city along with the number of patients living in that city</a:t>
            </a:r>
            <a:r>
              <a:rPr lang="en-IN" b="1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46F8A2-6B82-055F-05BB-DFF915C10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0" y="762000"/>
            <a:ext cx="3590471" cy="25273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653A65-9750-1470-2C7A-E04E19E65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4234" y="2706671"/>
            <a:ext cx="2247900" cy="283415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50B26E-C53A-E740-0909-B27EB8F9FD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602" y="2706671"/>
            <a:ext cx="2247901" cy="283415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CA9B37-1233-919B-4D83-D6EC5E2B468C}"/>
              </a:ext>
            </a:extLst>
          </p:cNvPr>
          <p:cNvSpPr txBox="1"/>
          <p:nvPr/>
        </p:nvSpPr>
        <p:spPr>
          <a:xfrm>
            <a:off x="2264229" y="5794364"/>
            <a:ext cx="5673272" cy="92333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provides a city-wise patient count, making it easy to identify which cities have the highest and lowest number of patients.</a:t>
            </a:r>
          </a:p>
        </p:txBody>
      </p:sp>
    </p:spTree>
    <p:extLst>
      <p:ext uri="{BB962C8B-B14F-4D97-AF65-F5344CB8AC3E}">
        <p14:creationId xmlns:p14="http://schemas.microsoft.com/office/powerpoint/2010/main" val="3635754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416AE-B2A3-BB44-D16D-2156F2841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32C24EB4-1A3F-F284-DB68-026C962D68E4}"/>
              </a:ext>
            </a:extLst>
          </p:cNvPr>
          <p:cNvSpPr/>
          <p:nvPr/>
        </p:nvSpPr>
        <p:spPr>
          <a:xfrm>
            <a:off x="892628" y="163286"/>
            <a:ext cx="6204857" cy="3011714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doctor who treated the maximum number of patients.</a:t>
            </a:r>
            <a:endParaRPr lang="en-IN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BB1C83C-C12E-5709-185A-4564BF736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E9AAA53E-B10C-CBFC-F25E-16C1DC4F56D4}"/>
              </a:ext>
            </a:extLst>
          </p:cNvPr>
          <p:cNvSpPr/>
          <p:nvPr/>
        </p:nvSpPr>
        <p:spPr>
          <a:xfrm flipV="1">
            <a:off x="1060627" y="4923847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C6EF9A2-D746-EE92-FDC6-C1B0759A5F1E}"/>
              </a:ext>
            </a:extLst>
          </p:cNvPr>
          <p:cNvSpPr/>
          <p:nvPr/>
        </p:nvSpPr>
        <p:spPr>
          <a:xfrm flipV="1">
            <a:off x="1698486" y="3384505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8BD2FE0-C30E-EEF3-8063-BE23BB8B1ADD}"/>
              </a:ext>
            </a:extLst>
          </p:cNvPr>
          <p:cNvSpPr/>
          <p:nvPr/>
        </p:nvSpPr>
        <p:spPr>
          <a:xfrm flipV="1">
            <a:off x="1371916" y="4170156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EE303E0A-E585-49FE-71DC-EEA6B5111EC8}"/>
              </a:ext>
            </a:extLst>
          </p:cNvPr>
          <p:cNvSpPr/>
          <p:nvPr/>
        </p:nvSpPr>
        <p:spPr>
          <a:xfrm>
            <a:off x="7683501" y="415200"/>
            <a:ext cx="4195536" cy="3550554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F3C90D-E96A-6B10-C6C3-7554D020B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0292" y="820572"/>
            <a:ext cx="3753847" cy="235442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1D0B7A-1522-6C33-0B5F-45FAAA96B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935" y="3835067"/>
            <a:ext cx="2536372" cy="129718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CAC380-5F2C-DAC5-8724-78CFE4F8D8F6}"/>
              </a:ext>
            </a:extLst>
          </p:cNvPr>
          <p:cNvSpPr txBox="1"/>
          <p:nvPr/>
        </p:nvSpPr>
        <p:spPr>
          <a:xfrm>
            <a:off x="2166257" y="5519470"/>
            <a:ext cx="5517244" cy="92333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identifies the doctor who treated the maximum number of patients, highlighting the busiest doctor based on patient visits.</a:t>
            </a:r>
          </a:p>
        </p:txBody>
      </p:sp>
    </p:spTree>
    <p:extLst>
      <p:ext uri="{BB962C8B-B14F-4D97-AF65-F5344CB8AC3E}">
        <p14:creationId xmlns:p14="http://schemas.microsoft.com/office/powerpoint/2010/main" val="3931745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C8599-BD4B-320D-BCF6-D5866E34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37DA8F92-BDE9-E8FA-93DC-67619FD0C6F5}"/>
              </a:ext>
            </a:extLst>
          </p:cNvPr>
          <p:cNvSpPr/>
          <p:nvPr/>
        </p:nvSpPr>
        <p:spPr>
          <a:xfrm>
            <a:off x="664029" y="336553"/>
            <a:ext cx="5961514" cy="2682159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Write a query to find the number of patients born in each decade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1628A5E-82CA-4DE8-E2CC-17E2FBF58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5" y="5318294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755AE57C-E3C7-DF66-BA8F-D83955F2ABEB}"/>
              </a:ext>
            </a:extLst>
          </p:cNvPr>
          <p:cNvSpPr/>
          <p:nvPr/>
        </p:nvSpPr>
        <p:spPr>
          <a:xfrm flipV="1">
            <a:off x="906551" y="4758847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B75F541-FBD0-80E2-81AF-C9D8C4CAD82D}"/>
              </a:ext>
            </a:extLst>
          </p:cNvPr>
          <p:cNvSpPr/>
          <p:nvPr/>
        </p:nvSpPr>
        <p:spPr>
          <a:xfrm flipV="1">
            <a:off x="1809750" y="3218151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5F0EA47-21CB-E83C-023A-397DA3E7331D}"/>
              </a:ext>
            </a:extLst>
          </p:cNvPr>
          <p:cNvSpPr/>
          <p:nvPr/>
        </p:nvSpPr>
        <p:spPr>
          <a:xfrm flipV="1">
            <a:off x="1341666" y="4000768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A7F884DA-F810-E101-CF44-E1553DE82F64}"/>
              </a:ext>
            </a:extLst>
          </p:cNvPr>
          <p:cNvSpPr/>
          <p:nvPr/>
        </p:nvSpPr>
        <p:spPr>
          <a:xfrm>
            <a:off x="7629752" y="382543"/>
            <a:ext cx="4195536" cy="3550554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EAA527-A3F7-09B8-256F-E43B56051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069" y="718004"/>
            <a:ext cx="3600902" cy="263240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F05E45-061F-6654-E804-258EAB214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3629" y="3429000"/>
            <a:ext cx="3341914" cy="171423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ED6A91-72ED-9FCA-EA28-2303AEBB9448}"/>
              </a:ext>
            </a:extLst>
          </p:cNvPr>
          <p:cNvSpPr txBox="1"/>
          <p:nvPr/>
        </p:nvSpPr>
        <p:spPr>
          <a:xfrm>
            <a:off x="2307772" y="5478062"/>
            <a:ext cx="5976258" cy="92333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provides a decade-wise summary of patients, making it easy to understand the distribution of patients across different birth decades.</a:t>
            </a:r>
          </a:p>
        </p:txBody>
      </p:sp>
    </p:spTree>
    <p:extLst>
      <p:ext uri="{BB962C8B-B14F-4D97-AF65-F5344CB8AC3E}">
        <p14:creationId xmlns:p14="http://schemas.microsoft.com/office/powerpoint/2010/main" val="996485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48B55-F0F5-8830-95BB-F3F5F1E3D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>
            <a:extLst>
              <a:ext uri="{FF2B5EF4-FFF2-40B4-BE49-F238E27FC236}">
                <a16:creationId xmlns:a16="http://schemas.microsoft.com/office/drawing/2014/main" id="{80616F0F-BA71-C572-6815-25DE53CD5A97}"/>
              </a:ext>
            </a:extLst>
          </p:cNvPr>
          <p:cNvSpPr/>
          <p:nvPr/>
        </p:nvSpPr>
        <p:spPr>
          <a:xfrm>
            <a:off x="3456482" y="300533"/>
            <a:ext cx="7984404" cy="4654257"/>
          </a:xfrm>
          <a:prstGeom prst="cloud">
            <a:avLst/>
          </a:prstGeom>
          <a:ln>
            <a:noFill/>
            <a:headEnd type="none" w="med" len="med"/>
            <a:tailEnd type="none" w="med" len="med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5DD5400-3A9D-4DA4-4EA9-355A9CAB6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91" y="5416265"/>
            <a:ext cx="1643113" cy="124286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9E2F5FEF-ACC5-A057-73D3-3F06425C5424}"/>
              </a:ext>
            </a:extLst>
          </p:cNvPr>
          <p:cNvSpPr/>
          <p:nvPr/>
        </p:nvSpPr>
        <p:spPr>
          <a:xfrm flipV="1">
            <a:off x="1435553" y="4954790"/>
            <a:ext cx="323851" cy="1605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A9B1C69-E1FB-0379-7844-A11FEEB60EEC}"/>
              </a:ext>
            </a:extLst>
          </p:cNvPr>
          <p:cNvSpPr/>
          <p:nvPr/>
        </p:nvSpPr>
        <p:spPr>
          <a:xfrm flipV="1">
            <a:off x="2754355" y="3794935"/>
            <a:ext cx="702127" cy="26452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BA91446-F5E7-D0B1-892C-778F1A4AF0E1}"/>
              </a:ext>
            </a:extLst>
          </p:cNvPr>
          <p:cNvSpPr/>
          <p:nvPr/>
        </p:nvSpPr>
        <p:spPr>
          <a:xfrm flipV="1">
            <a:off x="2139859" y="4362846"/>
            <a:ext cx="468084" cy="209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tx1">
                <a:alpha val="6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92C812-E40D-3980-7B92-10598ACEA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256127" y="163284"/>
            <a:ext cx="886886" cy="92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894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F18BE-89D1-B0C5-1D4F-F9C62B00D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4FF5023D-9029-1807-8B9E-E18FB1AABBAB}"/>
              </a:ext>
            </a:extLst>
          </p:cNvPr>
          <p:cNvSpPr/>
          <p:nvPr/>
        </p:nvSpPr>
        <p:spPr>
          <a:xfrm>
            <a:off x="555170" y="413657"/>
            <a:ext cx="10763251" cy="5845630"/>
          </a:xfrm>
          <a:prstGeom prst="foldedCorner">
            <a:avLst/>
          </a:prstGeom>
          <a:ln>
            <a:solidFill>
              <a:schemeClr val="tx1"/>
            </a:solidFill>
          </a:ln>
          <a:effectLst>
            <a:glow rad="228600">
              <a:schemeClr val="tx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48C4A2-4B07-8528-9DCA-2CA2FC5CE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83682" y="5823857"/>
            <a:ext cx="1055915" cy="95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304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616</Words>
  <Application>Microsoft Office PowerPoint</Application>
  <PresentationFormat>Widescreen</PresentationFormat>
  <Paragraphs>40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 Prasad</dc:creator>
  <cp:lastModifiedBy>Shiva Prasad</cp:lastModifiedBy>
  <cp:revision>1</cp:revision>
  <dcterms:created xsi:type="dcterms:W3CDTF">2026-07-21T15:39:21Z</dcterms:created>
  <dcterms:modified xsi:type="dcterms:W3CDTF">2026-08-09T13:07:34Z</dcterms:modified>
</cp:coreProperties>
</file>